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Manrope SemiBold"/>
      <p:regular r:id="rId12"/>
      <p:bold r:id="rId13"/>
    </p:embeddedFont>
    <p:embeddedFont>
      <p:font typeface="Manrope"/>
      <p:regular r:id="rId14"/>
      <p:bold r:id="rId15"/>
    </p:embeddedFont>
    <p:embeddedFont>
      <p:font typeface="Roboto Mon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43">
          <p15:clr>
            <a:srgbClr val="9AA0A6"/>
          </p15:clr>
        </p15:guide>
        <p15:guide id="2" orient="horz" pos="198">
          <p15:clr>
            <a:srgbClr val="9AA0A6"/>
          </p15:clr>
        </p15:guide>
        <p15:guide id="3" pos="5517">
          <p15:clr>
            <a:srgbClr val="9AA0A6"/>
          </p15:clr>
        </p15:guide>
        <p15:guide id="4" orient="horz" pos="3042">
          <p15:clr>
            <a:srgbClr val="9AA0A6"/>
          </p15:clr>
        </p15:guide>
      </p15:sldGuideLst>
    </p:ext>
    <p:ext uri="GoogleSlidesCustomDataVersion2">
      <go:slidesCustomData xmlns:go="http://customooxmlschemas.google.com/" r:id="rId20" roundtripDataSignature="AMtx7mjeA2JeQ/NX8DbOpZ2bZAxHfi1q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43"/>
        <p:guide pos="198" orient="horz"/>
        <p:guide pos="5517"/>
        <p:guide pos="3042" orient="horz"/>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ManropeSemiBold-bold.fntdata"/><Relationship Id="rId12" Type="http://schemas.openxmlformats.org/officeDocument/2006/relationships/font" Target="fonts/ManropeSemiBo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anrope-bold.fntdata"/><Relationship Id="rId14" Type="http://schemas.openxmlformats.org/officeDocument/2006/relationships/font" Target="fonts/Manrope-regular.fntdata"/><Relationship Id="rId17" Type="http://schemas.openxmlformats.org/officeDocument/2006/relationships/font" Target="fonts/RobotoMono-bold.fntdata"/><Relationship Id="rId16" Type="http://schemas.openxmlformats.org/officeDocument/2006/relationships/font" Target="fonts/RobotoMono-regular.fntdata"/><Relationship Id="rId5" Type="http://schemas.openxmlformats.org/officeDocument/2006/relationships/notesMaster" Target="notesMasters/notesMaster1.xml"/><Relationship Id="rId19" Type="http://schemas.openxmlformats.org/officeDocument/2006/relationships/font" Target="fonts/RobotoMono-boldItalic.fntdata"/><Relationship Id="rId6" Type="http://schemas.openxmlformats.org/officeDocument/2006/relationships/slide" Target="slides/slide1.xml"/><Relationship Id="rId18" Type="http://schemas.openxmlformats.org/officeDocument/2006/relationships/font" Target="fonts/RobotoMon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2cae08ba28d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 name="Google Shape;49;g2cae08ba28d_1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502116f92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g3502116f92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811f62a63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g3811f62a633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91816a8c6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g391816a8c6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91816a8c6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g391816a8c60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91816a8c60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g391816a8c60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 name="Shape 17"/>
        <p:cNvGrpSpPr/>
        <p:nvPr/>
      </p:nvGrpSpPr>
      <p:grpSpPr>
        <a:xfrm>
          <a:off x="0" y="0"/>
          <a:ext cx="0" cy="0"/>
          <a:chOff x="0" y="0"/>
          <a:chExt cx="0" cy="0"/>
        </a:xfrm>
      </p:grpSpPr>
      <p:sp>
        <p:nvSpPr>
          <p:cNvPr id="18" name="Google Shape;18;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0" name="Google Shape;20;p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5" name="Shape 25"/>
        <p:cNvGrpSpPr/>
        <p:nvPr/>
      </p:nvGrpSpPr>
      <p:grpSpPr>
        <a:xfrm>
          <a:off x="0" y="0"/>
          <a:ext cx="0" cy="0"/>
          <a:chOff x="0" y="0"/>
          <a:chExt cx="0" cy="0"/>
        </a:xfrm>
      </p:grpSpPr>
      <p:sp>
        <p:nvSpPr>
          <p:cNvPr id="26" name="Google Shape;26;p1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7" name="Google Shape;27;p1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 name="Shape 29"/>
        <p:cNvGrpSpPr/>
        <p:nvPr/>
      </p:nvGrpSpPr>
      <p:grpSpPr>
        <a:xfrm>
          <a:off x="0" y="0"/>
          <a:ext cx="0" cy="0"/>
          <a:chOff x="0" y="0"/>
          <a:chExt cx="0" cy="0"/>
        </a:xfrm>
      </p:grpSpPr>
      <p:sp>
        <p:nvSpPr>
          <p:cNvPr id="30" name="Google Shape;30;p1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1" name="Google Shape;31;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1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1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5" name="Google Shape;35;p1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6" name="Google Shape;36;p1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7" name="Google Shape;3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8" name="Shape 38"/>
        <p:cNvGrpSpPr/>
        <p:nvPr/>
      </p:nvGrpSpPr>
      <p:grpSpPr>
        <a:xfrm>
          <a:off x="0" y="0"/>
          <a:ext cx="0" cy="0"/>
          <a:chOff x="0" y="0"/>
          <a:chExt cx="0" cy="0"/>
        </a:xfrm>
      </p:grpSpPr>
      <p:sp>
        <p:nvSpPr>
          <p:cNvPr id="39" name="Google Shape;39;p1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0" name="Google Shape;40;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1" name="Shape 41"/>
        <p:cNvGrpSpPr/>
        <p:nvPr/>
      </p:nvGrpSpPr>
      <p:grpSpPr>
        <a:xfrm>
          <a:off x="0" y="0"/>
          <a:ext cx="0" cy="0"/>
          <a:chOff x="0" y="0"/>
          <a:chExt cx="0" cy="0"/>
        </a:xfrm>
      </p:grpSpPr>
      <p:sp>
        <p:nvSpPr>
          <p:cNvPr id="42" name="Google Shape;42;p1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3" name="Google Shape;43;p1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4" name="Google Shape;4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docs.google.com/spreadsheets/d/11KNfOQ9yeh2Glh_qsND3sb_lQ1p8I425/edit?usp=sharing&amp;ouid=105180241614836116243&amp;rtpof=true&amp;sd=tru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drive.google.com/file/d/1gbqO0Uv5p-WT7fDZtrCni2qSCg31m_YU/view?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pic>
        <p:nvPicPr>
          <p:cNvPr id="51" name="Google Shape;51;g2cae08ba28d_1_31"/>
          <p:cNvPicPr preferRelativeResize="0"/>
          <p:nvPr/>
        </p:nvPicPr>
        <p:blipFill rotWithShape="1">
          <a:blip r:embed="rId3">
            <a:alphaModFix/>
          </a:blip>
          <a:srcRect b="0" l="0" r="0" t="0"/>
          <a:stretch/>
        </p:blipFill>
        <p:spPr>
          <a:xfrm rot="10800000">
            <a:off x="738502" y="968862"/>
            <a:ext cx="8019748" cy="3029375"/>
          </a:xfrm>
          <a:prstGeom prst="rect">
            <a:avLst/>
          </a:prstGeom>
          <a:noFill/>
          <a:ln>
            <a:noFill/>
          </a:ln>
        </p:spPr>
      </p:pic>
      <p:grpSp>
        <p:nvGrpSpPr>
          <p:cNvPr id="52" name="Google Shape;52;g2cae08ba28d_1_31"/>
          <p:cNvGrpSpPr/>
          <p:nvPr/>
        </p:nvGrpSpPr>
        <p:grpSpPr>
          <a:xfrm>
            <a:off x="2051453" y="1792181"/>
            <a:ext cx="4952762" cy="771383"/>
            <a:chOff x="238125" y="2301175"/>
            <a:chExt cx="7143750" cy="1112625"/>
          </a:xfrm>
        </p:grpSpPr>
        <p:sp>
          <p:nvSpPr>
            <p:cNvPr id="53" name="Google Shape;53;g2cae08ba28d_1_31"/>
            <p:cNvSpPr/>
            <p:nvPr/>
          </p:nvSpPr>
          <p:spPr>
            <a:xfrm>
              <a:off x="1677275" y="2324425"/>
              <a:ext cx="2668125" cy="1089375"/>
            </a:xfrm>
            <a:custGeom>
              <a:rect b="b" l="l" r="r" t="t"/>
              <a:pathLst>
                <a:path extrusionOk="0" h="43575" w="106725">
                  <a:moveTo>
                    <a:pt x="55112" y="13210"/>
                  </a:moveTo>
                  <a:lnTo>
                    <a:pt x="59763" y="27574"/>
                  </a:lnTo>
                  <a:lnTo>
                    <a:pt x="50460" y="27574"/>
                  </a:lnTo>
                  <a:lnTo>
                    <a:pt x="55112" y="13210"/>
                  </a:lnTo>
                  <a:close/>
                  <a:moveTo>
                    <a:pt x="9713" y="0"/>
                  </a:moveTo>
                  <a:lnTo>
                    <a:pt x="9192" y="38"/>
                  </a:lnTo>
                  <a:lnTo>
                    <a:pt x="8783" y="112"/>
                  </a:lnTo>
                  <a:lnTo>
                    <a:pt x="8634" y="186"/>
                  </a:lnTo>
                  <a:lnTo>
                    <a:pt x="8485" y="261"/>
                  </a:lnTo>
                  <a:lnTo>
                    <a:pt x="8373" y="372"/>
                  </a:lnTo>
                  <a:lnTo>
                    <a:pt x="8262" y="484"/>
                  </a:lnTo>
                  <a:lnTo>
                    <a:pt x="8113" y="745"/>
                  </a:lnTo>
                  <a:lnTo>
                    <a:pt x="8001" y="1079"/>
                  </a:lnTo>
                  <a:lnTo>
                    <a:pt x="7964" y="1452"/>
                  </a:lnTo>
                  <a:lnTo>
                    <a:pt x="7964" y="1861"/>
                  </a:lnTo>
                  <a:lnTo>
                    <a:pt x="7964" y="7182"/>
                  </a:lnTo>
                  <a:lnTo>
                    <a:pt x="7964" y="7591"/>
                  </a:lnTo>
                  <a:lnTo>
                    <a:pt x="8001" y="7964"/>
                  </a:lnTo>
                  <a:lnTo>
                    <a:pt x="8113" y="8261"/>
                  </a:lnTo>
                  <a:lnTo>
                    <a:pt x="8262" y="8559"/>
                  </a:lnTo>
                  <a:lnTo>
                    <a:pt x="8373" y="8671"/>
                  </a:lnTo>
                  <a:lnTo>
                    <a:pt x="8485" y="8745"/>
                  </a:lnTo>
                  <a:lnTo>
                    <a:pt x="8634" y="8819"/>
                  </a:lnTo>
                  <a:lnTo>
                    <a:pt x="8783" y="8894"/>
                  </a:lnTo>
                  <a:lnTo>
                    <a:pt x="9192" y="9005"/>
                  </a:lnTo>
                  <a:lnTo>
                    <a:pt x="9713" y="9043"/>
                  </a:lnTo>
                  <a:lnTo>
                    <a:pt x="20579" y="9043"/>
                  </a:lnTo>
                  <a:lnTo>
                    <a:pt x="20579" y="28281"/>
                  </a:lnTo>
                  <a:lnTo>
                    <a:pt x="20542" y="28988"/>
                  </a:lnTo>
                  <a:lnTo>
                    <a:pt x="20505" y="29658"/>
                  </a:lnTo>
                  <a:lnTo>
                    <a:pt x="20393" y="30328"/>
                  </a:lnTo>
                  <a:lnTo>
                    <a:pt x="20244" y="30923"/>
                  </a:lnTo>
                  <a:lnTo>
                    <a:pt x="20095" y="31481"/>
                  </a:lnTo>
                  <a:lnTo>
                    <a:pt x="19872" y="31965"/>
                  </a:lnTo>
                  <a:lnTo>
                    <a:pt x="19574" y="32449"/>
                  </a:lnTo>
                  <a:lnTo>
                    <a:pt x="19277" y="32858"/>
                  </a:lnTo>
                  <a:lnTo>
                    <a:pt x="18904" y="33267"/>
                  </a:lnTo>
                  <a:lnTo>
                    <a:pt x="18495" y="33602"/>
                  </a:lnTo>
                  <a:lnTo>
                    <a:pt x="18011" y="33863"/>
                  </a:lnTo>
                  <a:lnTo>
                    <a:pt x="17490" y="34086"/>
                  </a:lnTo>
                  <a:lnTo>
                    <a:pt x="16895" y="34272"/>
                  </a:lnTo>
                  <a:lnTo>
                    <a:pt x="16262" y="34421"/>
                  </a:lnTo>
                  <a:lnTo>
                    <a:pt x="15555" y="34495"/>
                  </a:lnTo>
                  <a:lnTo>
                    <a:pt x="14811" y="34533"/>
                  </a:lnTo>
                  <a:lnTo>
                    <a:pt x="14290" y="34495"/>
                  </a:lnTo>
                  <a:lnTo>
                    <a:pt x="13769" y="34458"/>
                  </a:lnTo>
                  <a:lnTo>
                    <a:pt x="13285" y="34347"/>
                  </a:lnTo>
                  <a:lnTo>
                    <a:pt x="12839" y="34235"/>
                  </a:lnTo>
                  <a:lnTo>
                    <a:pt x="12392" y="34049"/>
                  </a:lnTo>
                  <a:lnTo>
                    <a:pt x="11983" y="33826"/>
                  </a:lnTo>
                  <a:lnTo>
                    <a:pt x="11611" y="33565"/>
                  </a:lnTo>
                  <a:lnTo>
                    <a:pt x="11276" y="33267"/>
                  </a:lnTo>
                  <a:lnTo>
                    <a:pt x="10941" y="32895"/>
                  </a:lnTo>
                  <a:lnTo>
                    <a:pt x="10681" y="32523"/>
                  </a:lnTo>
                  <a:lnTo>
                    <a:pt x="10420" y="32077"/>
                  </a:lnTo>
                  <a:lnTo>
                    <a:pt x="10197" y="31593"/>
                  </a:lnTo>
                  <a:lnTo>
                    <a:pt x="10011" y="31072"/>
                  </a:lnTo>
                  <a:lnTo>
                    <a:pt x="9899" y="30477"/>
                  </a:lnTo>
                  <a:lnTo>
                    <a:pt x="9788" y="29881"/>
                  </a:lnTo>
                  <a:lnTo>
                    <a:pt x="9713" y="29211"/>
                  </a:lnTo>
                  <a:lnTo>
                    <a:pt x="9713" y="28988"/>
                  </a:lnTo>
                  <a:lnTo>
                    <a:pt x="9676" y="28802"/>
                  </a:lnTo>
                  <a:lnTo>
                    <a:pt x="9564" y="28542"/>
                  </a:lnTo>
                  <a:lnTo>
                    <a:pt x="9453" y="28318"/>
                  </a:lnTo>
                  <a:lnTo>
                    <a:pt x="9229" y="28132"/>
                  </a:lnTo>
                  <a:lnTo>
                    <a:pt x="8969" y="27946"/>
                  </a:lnTo>
                  <a:lnTo>
                    <a:pt x="8634" y="27835"/>
                  </a:lnTo>
                  <a:lnTo>
                    <a:pt x="8411" y="27835"/>
                  </a:lnTo>
                  <a:lnTo>
                    <a:pt x="8187" y="27797"/>
                  </a:lnTo>
                  <a:lnTo>
                    <a:pt x="1526" y="27797"/>
                  </a:lnTo>
                  <a:lnTo>
                    <a:pt x="1266" y="27835"/>
                  </a:lnTo>
                  <a:lnTo>
                    <a:pt x="1005" y="27872"/>
                  </a:lnTo>
                  <a:lnTo>
                    <a:pt x="819" y="27946"/>
                  </a:lnTo>
                  <a:lnTo>
                    <a:pt x="633" y="28058"/>
                  </a:lnTo>
                  <a:lnTo>
                    <a:pt x="485" y="28207"/>
                  </a:lnTo>
                  <a:lnTo>
                    <a:pt x="373" y="28318"/>
                  </a:lnTo>
                  <a:lnTo>
                    <a:pt x="261" y="28504"/>
                  </a:lnTo>
                  <a:lnTo>
                    <a:pt x="187" y="28653"/>
                  </a:lnTo>
                  <a:lnTo>
                    <a:pt x="75" y="28988"/>
                  </a:lnTo>
                  <a:lnTo>
                    <a:pt x="1" y="29286"/>
                  </a:lnTo>
                  <a:lnTo>
                    <a:pt x="1" y="29658"/>
                  </a:lnTo>
                  <a:lnTo>
                    <a:pt x="1" y="30514"/>
                  </a:lnTo>
                  <a:lnTo>
                    <a:pt x="38" y="31295"/>
                  </a:lnTo>
                  <a:lnTo>
                    <a:pt x="150" y="32077"/>
                  </a:lnTo>
                  <a:lnTo>
                    <a:pt x="261" y="32858"/>
                  </a:lnTo>
                  <a:lnTo>
                    <a:pt x="410" y="33602"/>
                  </a:lnTo>
                  <a:lnTo>
                    <a:pt x="596" y="34309"/>
                  </a:lnTo>
                  <a:lnTo>
                    <a:pt x="819" y="34979"/>
                  </a:lnTo>
                  <a:lnTo>
                    <a:pt x="1080" y="35649"/>
                  </a:lnTo>
                  <a:lnTo>
                    <a:pt x="1378" y="36282"/>
                  </a:lnTo>
                  <a:lnTo>
                    <a:pt x="1675" y="36877"/>
                  </a:lnTo>
                  <a:lnTo>
                    <a:pt x="2010" y="37472"/>
                  </a:lnTo>
                  <a:lnTo>
                    <a:pt x="2382" y="38030"/>
                  </a:lnTo>
                  <a:lnTo>
                    <a:pt x="2792" y="38551"/>
                  </a:lnTo>
                  <a:lnTo>
                    <a:pt x="3201" y="39072"/>
                  </a:lnTo>
                  <a:lnTo>
                    <a:pt x="3648" y="39556"/>
                  </a:lnTo>
                  <a:lnTo>
                    <a:pt x="4131" y="40003"/>
                  </a:lnTo>
                  <a:lnTo>
                    <a:pt x="4615" y="40412"/>
                  </a:lnTo>
                  <a:lnTo>
                    <a:pt x="5173" y="40821"/>
                  </a:lnTo>
                  <a:lnTo>
                    <a:pt x="5694" y="41193"/>
                  </a:lnTo>
                  <a:lnTo>
                    <a:pt x="6290" y="41566"/>
                  </a:lnTo>
                  <a:lnTo>
                    <a:pt x="6848" y="41863"/>
                  </a:lnTo>
                  <a:lnTo>
                    <a:pt x="7480" y="42161"/>
                  </a:lnTo>
                  <a:lnTo>
                    <a:pt x="8113" y="42421"/>
                  </a:lnTo>
                  <a:lnTo>
                    <a:pt x="8746" y="42682"/>
                  </a:lnTo>
                  <a:lnTo>
                    <a:pt x="9415" y="42868"/>
                  </a:lnTo>
                  <a:lnTo>
                    <a:pt x="10122" y="43054"/>
                  </a:lnTo>
                  <a:lnTo>
                    <a:pt x="10829" y="43203"/>
                  </a:lnTo>
                  <a:lnTo>
                    <a:pt x="11536" y="43352"/>
                  </a:lnTo>
                  <a:lnTo>
                    <a:pt x="12281" y="43426"/>
                  </a:lnTo>
                  <a:lnTo>
                    <a:pt x="13025" y="43501"/>
                  </a:lnTo>
                  <a:lnTo>
                    <a:pt x="13806" y="43538"/>
                  </a:lnTo>
                  <a:lnTo>
                    <a:pt x="14588" y="43575"/>
                  </a:lnTo>
                  <a:lnTo>
                    <a:pt x="15295" y="43538"/>
                  </a:lnTo>
                  <a:lnTo>
                    <a:pt x="16002" y="43538"/>
                  </a:lnTo>
                  <a:lnTo>
                    <a:pt x="16709" y="43463"/>
                  </a:lnTo>
                  <a:lnTo>
                    <a:pt x="17416" y="43389"/>
                  </a:lnTo>
                  <a:lnTo>
                    <a:pt x="18123" y="43277"/>
                  </a:lnTo>
                  <a:lnTo>
                    <a:pt x="18830" y="43128"/>
                  </a:lnTo>
                  <a:lnTo>
                    <a:pt x="19500" y="42980"/>
                  </a:lnTo>
                  <a:lnTo>
                    <a:pt x="20207" y="42794"/>
                  </a:lnTo>
                  <a:lnTo>
                    <a:pt x="20877" y="42570"/>
                  </a:lnTo>
                  <a:lnTo>
                    <a:pt x="21546" y="42347"/>
                  </a:lnTo>
                  <a:lnTo>
                    <a:pt x="22179" y="42087"/>
                  </a:lnTo>
                  <a:lnTo>
                    <a:pt x="22812" y="41789"/>
                  </a:lnTo>
                  <a:lnTo>
                    <a:pt x="23444" y="41491"/>
                  </a:lnTo>
                  <a:lnTo>
                    <a:pt x="24040" y="41119"/>
                  </a:lnTo>
                  <a:lnTo>
                    <a:pt x="24635" y="40747"/>
                  </a:lnTo>
                  <a:lnTo>
                    <a:pt x="25230" y="40338"/>
                  </a:lnTo>
                  <a:lnTo>
                    <a:pt x="25751" y="39928"/>
                  </a:lnTo>
                  <a:lnTo>
                    <a:pt x="26310" y="39445"/>
                  </a:lnTo>
                  <a:lnTo>
                    <a:pt x="26793" y="38961"/>
                  </a:lnTo>
                  <a:lnTo>
                    <a:pt x="27277" y="38440"/>
                  </a:lnTo>
                  <a:lnTo>
                    <a:pt x="27724" y="37882"/>
                  </a:lnTo>
                  <a:lnTo>
                    <a:pt x="28170" y="37286"/>
                  </a:lnTo>
                  <a:lnTo>
                    <a:pt x="28542" y="36691"/>
                  </a:lnTo>
                  <a:lnTo>
                    <a:pt x="28914" y="36021"/>
                  </a:lnTo>
                  <a:lnTo>
                    <a:pt x="29249" y="35351"/>
                  </a:lnTo>
                  <a:lnTo>
                    <a:pt x="29547" y="34644"/>
                  </a:lnTo>
                  <a:lnTo>
                    <a:pt x="29807" y="33900"/>
                  </a:lnTo>
                  <a:lnTo>
                    <a:pt x="30031" y="33119"/>
                  </a:lnTo>
                  <a:lnTo>
                    <a:pt x="30217" y="32300"/>
                  </a:lnTo>
                  <a:lnTo>
                    <a:pt x="30366" y="31444"/>
                  </a:lnTo>
                  <a:lnTo>
                    <a:pt x="30477" y="30588"/>
                  </a:lnTo>
                  <a:lnTo>
                    <a:pt x="30515" y="29658"/>
                  </a:lnTo>
                  <a:lnTo>
                    <a:pt x="30515" y="1861"/>
                  </a:lnTo>
                  <a:lnTo>
                    <a:pt x="30515" y="1452"/>
                  </a:lnTo>
                  <a:lnTo>
                    <a:pt x="30477" y="1079"/>
                  </a:lnTo>
                  <a:lnTo>
                    <a:pt x="30366" y="745"/>
                  </a:lnTo>
                  <a:lnTo>
                    <a:pt x="30217" y="484"/>
                  </a:lnTo>
                  <a:lnTo>
                    <a:pt x="30105" y="372"/>
                  </a:lnTo>
                  <a:lnTo>
                    <a:pt x="29994" y="261"/>
                  </a:lnTo>
                  <a:lnTo>
                    <a:pt x="29845" y="186"/>
                  </a:lnTo>
                  <a:lnTo>
                    <a:pt x="29696" y="112"/>
                  </a:lnTo>
                  <a:lnTo>
                    <a:pt x="29287" y="38"/>
                  </a:lnTo>
                  <a:lnTo>
                    <a:pt x="28766" y="0"/>
                  </a:lnTo>
                  <a:close/>
                  <a:moveTo>
                    <a:pt x="51762" y="931"/>
                  </a:moveTo>
                  <a:lnTo>
                    <a:pt x="51242" y="968"/>
                  </a:lnTo>
                  <a:lnTo>
                    <a:pt x="50758" y="1042"/>
                  </a:lnTo>
                  <a:lnTo>
                    <a:pt x="50386" y="1228"/>
                  </a:lnTo>
                  <a:lnTo>
                    <a:pt x="50051" y="1452"/>
                  </a:lnTo>
                  <a:lnTo>
                    <a:pt x="49753" y="1749"/>
                  </a:lnTo>
                  <a:lnTo>
                    <a:pt x="49493" y="2084"/>
                  </a:lnTo>
                  <a:lnTo>
                    <a:pt x="49307" y="2531"/>
                  </a:lnTo>
                  <a:lnTo>
                    <a:pt x="49120" y="3014"/>
                  </a:lnTo>
                  <a:lnTo>
                    <a:pt x="35166" y="41714"/>
                  </a:lnTo>
                  <a:lnTo>
                    <a:pt x="35092" y="42049"/>
                  </a:lnTo>
                  <a:lnTo>
                    <a:pt x="35054" y="42384"/>
                  </a:lnTo>
                  <a:lnTo>
                    <a:pt x="35092" y="42719"/>
                  </a:lnTo>
                  <a:lnTo>
                    <a:pt x="35166" y="42980"/>
                  </a:lnTo>
                  <a:lnTo>
                    <a:pt x="35203" y="43128"/>
                  </a:lnTo>
                  <a:lnTo>
                    <a:pt x="35278" y="43240"/>
                  </a:lnTo>
                  <a:lnTo>
                    <a:pt x="35389" y="43315"/>
                  </a:lnTo>
                  <a:lnTo>
                    <a:pt x="35501" y="43389"/>
                  </a:lnTo>
                  <a:lnTo>
                    <a:pt x="35687" y="43463"/>
                  </a:lnTo>
                  <a:lnTo>
                    <a:pt x="35836" y="43538"/>
                  </a:lnTo>
                  <a:lnTo>
                    <a:pt x="36059" y="43538"/>
                  </a:lnTo>
                  <a:lnTo>
                    <a:pt x="36282" y="43575"/>
                  </a:lnTo>
                  <a:lnTo>
                    <a:pt x="42906" y="43575"/>
                  </a:lnTo>
                  <a:lnTo>
                    <a:pt x="43390" y="43538"/>
                  </a:lnTo>
                  <a:lnTo>
                    <a:pt x="43799" y="43501"/>
                  </a:lnTo>
                  <a:lnTo>
                    <a:pt x="44171" y="43426"/>
                  </a:lnTo>
                  <a:lnTo>
                    <a:pt x="44469" y="43240"/>
                  </a:lnTo>
                  <a:lnTo>
                    <a:pt x="44729" y="43017"/>
                  </a:lnTo>
                  <a:lnTo>
                    <a:pt x="44990" y="42682"/>
                  </a:lnTo>
                  <a:lnTo>
                    <a:pt x="45176" y="42273"/>
                  </a:lnTo>
                  <a:lnTo>
                    <a:pt x="45362" y="41714"/>
                  </a:lnTo>
                  <a:lnTo>
                    <a:pt x="47111" y="36616"/>
                  </a:lnTo>
                  <a:lnTo>
                    <a:pt x="62405" y="36616"/>
                  </a:lnTo>
                  <a:lnTo>
                    <a:pt x="64154" y="41714"/>
                  </a:lnTo>
                  <a:lnTo>
                    <a:pt x="64415" y="42198"/>
                  </a:lnTo>
                  <a:lnTo>
                    <a:pt x="64638" y="42570"/>
                  </a:lnTo>
                  <a:lnTo>
                    <a:pt x="64898" y="42905"/>
                  </a:lnTo>
                  <a:lnTo>
                    <a:pt x="65159" y="43166"/>
                  </a:lnTo>
                  <a:lnTo>
                    <a:pt x="65419" y="43352"/>
                  </a:lnTo>
                  <a:lnTo>
                    <a:pt x="65754" y="43463"/>
                  </a:lnTo>
                  <a:lnTo>
                    <a:pt x="66163" y="43538"/>
                  </a:lnTo>
                  <a:lnTo>
                    <a:pt x="66610" y="43575"/>
                  </a:lnTo>
                  <a:lnTo>
                    <a:pt x="73234" y="43575"/>
                  </a:lnTo>
                  <a:lnTo>
                    <a:pt x="73531" y="43538"/>
                  </a:lnTo>
                  <a:lnTo>
                    <a:pt x="73755" y="43501"/>
                  </a:lnTo>
                  <a:lnTo>
                    <a:pt x="73978" y="43463"/>
                  </a:lnTo>
                  <a:lnTo>
                    <a:pt x="74127" y="43389"/>
                  </a:lnTo>
                  <a:lnTo>
                    <a:pt x="74276" y="43277"/>
                  </a:lnTo>
                  <a:lnTo>
                    <a:pt x="74387" y="43166"/>
                  </a:lnTo>
                  <a:lnTo>
                    <a:pt x="74462" y="43054"/>
                  </a:lnTo>
                  <a:lnTo>
                    <a:pt x="74536" y="42905"/>
                  </a:lnTo>
                  <a:lnTo>
                    <a:pt x="74536" y="42756"/>
                  </a:lnTo>
                  <a:lnTo>
                    <a:pt x="74536" y="42608"/>
                  </a:lnTo>
                  <a:lnTo>
                    <a:pt x="74499" y="42310"/>
                  </a:lnTo>
                  <a:lnTo>
                    <a:pt x="74350" y="41975"/>
                  </a:lnTo>
                  <a:lnTo>
                    <a:pt x="74127" y="41714"/>
                  </a:lnTo>
                  <a:lnTo>
                    <a:pt x="60396" y="3014"/>
                  </a:lnTo>
                  <a:lnTo>
                    <a:pt x="60172" y="2531"/>
                  </a:lnTo>
                  <a:lnTo>
                    <a:pt x="59912" y="2084"/>
                  </a:lnTo>
                  <a:lnTo>
                    <a:pt x="59614" y="1749"/>
                  </a:lnTo>
                  <a:lnTo>
                    <a:pt x="59317" y="1452"/>
                  </a:lnTo>
                  <a:lnTo>
                    <a:pt x="59019" y="1228"/>
                  </a:lnTo>
                  <a:lnTo>
                    <a:pt x="58647" y="1042"/>
                  </a:lnTo>
                  <a:lnTo>
                    <a:pt x="58237" y="968"/>
                  </a:lnTo>
                  <a:lnTo>
                    <a:pt x="57754" y="931"/>
                  </a:lnTo>
                  <a:close/>
                  <a:moveTo>
                    <a:pt x="75913" y="931"/>
                  </a:moveTo>
                  <a:lnTo>
                    <a:pt x="75429" y="968"/>
                  </a:lnTo>
                  <a:lnTo>
                    <a:pt x="75057" y="1042"/>
                  </a:lnTo>
                  <a:lnTo>
                    <a:pt x="74759" y="1191"/>
                  </a:lnTo>
                  <a:lnTo>
                    <a:pt x="74536" y="1414"/>
                  </a:lnTo>
                  <a:lnTo>
                    <a:pt x="74350" y="1675"/>
                  </a:lnTo>
                  <a:lnTo>
                    <a:pt x="74238" y="2010"/>
                  </a:lnTo>
                  <a:lnTo>
                    <a:pt x="74164" y="2382"/>
                  </a:lnTo>
                  <a:lnTo>
                    <a:pt x="74127" y="2791"/>
                  </a:lnTo>
                  <a:lnTo>
                    <a:pt x="74127" y="8336"/>
                  </a:lnTo>
                  <a:lnTo>
                    <a:pt x="74127" y="8745"/>
                  </a:lnTo>
                  <a:lnTo>
                    <a:pt x="74201" y="9117"/>
                  </a:lnTo>
                  <a:lnTo>
                    <a:pt x="74276" y="9452"/>
                  </a:lnTo>
                  <a:lnTo>
                    <a:pt x="74425" y="9713"/>
                  </a:lnTo>
                  <a:lnTo>
                    <a:pt x="74536" y="9824"/>
                  </a:lnTo>
                  <a:lnTo>
                    <a:pt x="74648" y="9899"/>
                  </a:lnTo>
                  <a:lnTo>
                    <a:pt x="74797" y="10010"/>
                  </a:lnTo>
                  <a:lnTo>
                    <a:pt x="74983" y="10085"/>
                  </a:lnTo>
                  <a:lnTo>
                    <a:pt x="75392" y="10159"/>
                  </a:lnTo>
                  <a:lnTo>
                    <a:pt x="75913" y="10196"/>
                  </a:lnTo>
                  <a:lnTo>
                    <a:pt x="85625" y="10196"/>
                  </a:lnTo>
                  <a:lnTo>
                    <a:pt x="85625" y="41714"/>
                  </a:lnTo>
                  <a:lnTo>
                    <a:pt x="85663" y="42198"/>
                  </a:lnTo>
                  <a:lnTo>
                    <a:pt x="85774" y="42570"/>
                  </a:lnTo>
                  <a:lnTo>
                    <a:pt x="85923" y="42905"/>
                  </a:lnTo>
                  <a:lnTo>
                    <a:pt x="86109" y="43166"/>
                  </a:lnTo>
                  <a:lnTo>
                    <a:pt x="86370" y="43352"/>
                  </a:lnTo>
                  <a:lnTo>
                    <a:pt x="86667" y="43463"/>
                  </a:lnTo>
                  <a:lnTo>
                    <a:pt x="87002" y="43538"/>
                  </a:lnTo>
                  <a:lnTo>
                    <a:pt x="87411" y="43575"/>
                  </a:lnTo>
                  <a:lnTo>
                    <a:pt x="93626" y="43575"/>
                  </a:lnTo>
                  <a:lnTo>
                    <a:pt x="93998" y="43538"/>
                  </a:lnTo>
                  <a:lnTo>
                    <a:pt x="94370" y="43463"/>
                  </a:lnTo>
                  <a:lnTo>
                    <a:pt x="94668" y="43352"/>
                  </a:lnTo>
                  <a:lnTo>
                    <a:pt x="94928" y="43166"/>
                  </a:lnTo>
                  <a:lnTo>
                    <a:pt x="95114" y="42905"/>
                  </a:lnTo>
                  <a:lnTo>
                    <a:pt x="95263" y="42570"/>
                  </a:lnTo>
                  <a:lnTo>
                    <a:pt x="95338" y="42198"/>
                  </a:lnTo>
                  <a:lnTo>
                    <a:pt x="95375" y="41714"/>
                  </a:lnTo>
                  <a:lnTo>
                    <a:pt x="95375" y="10196"/>
                  </a:lnTo>
                  <a:lnTo>
                    <a:pt x="104901" y="10196"/>
                  </a:lnTo>
                  <a:lnTo>
                    <a:pt x="105422" y="10159"/>
                  </a:lnTo>
                  <a:lnTo>
                    <a:pt x="105869" y="10047"/>
                  </a:lnTo>
                  <a:lnTo>
                    <a:pt x="106055" y="9973"/>
                  </a:lnTo>
                  <a:lnTo>
                    <a:pt x="106203" y="9899"/>
                  </a:lnTo>
                  <a:lnTo>
                    <a:pt x="106315" y="9787"/>
                  </a:lnTo>
                  <a:lnTo>
                    <a:pt x="106464" y="9675"/>
                  </a:lnTo>
                  <a:lnTo>
                    <a:pt x="106538" y="9526"/>
                  </a:lnTo>
                  <a:lnTo>
                    <a:pt x="106613" y="9378"/>
                  </a:lnTo>
                  <a:lnTo>
                    <a:pt x="106650" y="9192"/>
                  </a:lnTo>
                  <a:lnTo>
                    <a:pt x="106687" y="9005"/>
                  </a:lnTo>
                  <a:lnTo>
                    <a:pt x="106724" y="8596"/>
                  </a:lnTo>
                  <a:lnTo>
                    <a:pt x="106687" y="8112"/>
                  </a:lnTo>
                  <a:lnTo>
                    <a:pt x="106687" y="2791"/>
                  </a:lnTo>
                  <a:lnTo>
                    <a:pt x="106650" y="2382"/>
                  </a:lnTo>
                  <a:lnTo>
                    <a:pt x="106613" y="2010"/>
                  </a:lnTo>
                  <a:lnTo>
                    <a:pt x="106501" y="1675"/>
                  </a:lnTo>
                  <a:lnTo>
                    <a:pt x="106352" y="1414"/>
                  </a:lnTo>
                  <a:lnTo>
                    <a:pt x="106278" y="1303"/>
                  </a:lnTo>
                  <a:lnTo>
                    <a:pt x="106129" y="1191"/>
                  </a:lnTo>
                  <a:lnTo>
                    <a:pt x="105980" y="1117"/>
                  </a:lnTo>
                  <a:lnTo>
                    <a:pt x="105831" y="1042"/>
                  </a:lnTo>
                  <a:lnTo>
                    <a:pt x="105422" y="968"/>
                  </a:lnTo>
                  <a:lnTo>
                    <a:pt x="104901" y="931"/>
                  </a:lnTo>
                  <a:close/>
                </a:path>
              </a:pathLst>
            </a:custGeom>
            <a:solidFill>
              <a:srgbClr val="0004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g2cae08ba28d_1_31"/>
            <p:cNvSpPr/>
            <p:nvPr/>
          </p:nvSpPr>
          <p:spPr>
            <a:xfrm>
              <a:off x="846525" y="2301175"/>
              <a:ext cx="487500" cy="504225"/>
            </a:xfrm>
            <a:custGeom>
              <a:rect b="b" l="l" r="r" t="t"/>
              <a:pathLst>
                <a:path extrusionOk="0" h="20169" w="19500">
                  <a:moveTo>
                    <a:pt x="2010" y="0"/>
                  </a:moveTo>
                  <a:lnTo>
                    <a:pt x="1824" y="37"/>
                  </a:lnTo>
                  <a:lnTo>
                    <a:pt x="1601" y="112"/>
                  </a:lnTo>
                  <a:lnTo>
                    <a:pt x="1415" y="186"/>
                  </a:lnTo>
                  <a:lnTo>
                    <a:pt x="1043" y="409"/>
                  </a:lnTo>
                  <a:lnTo>
                    <a:pt x="708" y="707"/>
                  </a:lnTo>
                  <a:lnTo>
                    <a:pt x="410" y="1079"/>
                  </a:lnTo>
                  <a:lnTo>
                    <a:pt x="187" y="1451"/>
                  </a:lnTo>
                  <a:lnTo>
                    <a:pt x="75" y="1898"/>
                  </a:lnTo>
                  <a:lnTo>
                    <a:pt x="38" y="2084"/>
                  </a:lnTo>
                  <a:lnTo>
                    <a:pt x="1" y="2307"/>
                  </a:lnTo>
                  <a:lnTo>
                    <a:pt x="1" y="17862"/>
                  </a:lnTo>
                  <a:lnTo>
                    <a:pt x="38" y="18271"/>
                  </a:lnTo>
                  <a:lnTo>
                    <a:pt x="187" y="18680"/>
                  </a:lnTo>
                  <a:lnTo>
                    <a:pt x="373" y="19090"/>
                  </a:lnTo>
                  <a:lnTo>
                    <a:pt x="633" y="19424"/>
                  </a:lnTo>
                  <a:lnTo>
                    <a:pt x="931" y="19722"/>
                  </a:lnTo>
                  <a:lnTo>
                    <a:pt x="1117" y="19871"/>
                  </a:lnTo>
                  <a:lnTo>
                    <a:pt x="1303" y="19945"/>
                  </a:lnTo>
                  <a:lnTo>
                    <a:pt x="1526" y="20057"/>
                  </a:lnTo>
                  <a:lnTo>
                    <a:pt x="1750" y="20094"/>
                  </a:lnTo>
                  <a:lnTo>
                    <a:pt x="1973" y="20131"/>
                  </a:lnTo>
                  <a:lnTo>
                    <a:pt x="2233" y="20169"/>
                  </a:lnTo>
                  <a:lnTo>
                    <a:pt x="17267" y="20169"/>
                  </a:lnTo>
                  <a:lnTo>
                    <a:pt x="17676" y="20131"/>
                  </a:lnTo>
                  <a:lnTo>
                    <a:pt x="18086" y="19983"/>
                  </a:lnTo>
                  <a:lnTo>
                    <a:pt x="18458" y="19797"/>
                  </a:lnTo>
                  <a:lnTo>
                    <a:pt x="18793" y="19536"/>
                  </a:lnTo>
                  <a:lnTo>
                    <a:pt x="19090" y="19201"/>
                  </a:lnTo>
                  <a:lnTo>
                    <a:pt x="19202" y="19015"/>
                  </a:lnTo>
                  <a:lnTo>
                    <a:pt x="19314" y="18792"/>
                  </a:lnTo>
                  <a:lnTo>
                    <a:pt x="19388" y="18569"/>
                  </a:lnTo>
                  <a:lnTo>
                    <a:pt x="19425" y="18345"/>
                  </a:lnTo>
                  <a:lnTo>
                    <a:pt x="19462" y="18085"/>
                  </a:lnTo>
                  <a:lnTo>
                    <a:pt x="19500" y="17862"/>
                  </a:lnTo>
                  <a:lnTo>
                    <a:pt x="19500" y="2307"/>
                  </a:lnTo>
                  <a:lnTo>
                    <a:pt x="19462" y="1898"/>
                  </a:lnTo>
                  <a:lnTo>
                    <a:pt x="19314" y="1451"/>
                  </a:lnTo>
                  <a:lnTo>
                    <a:pt x="19127" y="1079"/>
                  </a:lnTo>
                  <a:lnTo>
                    <a:pt x="18867" y="707"/>
                  </a:lnTo>
                  <a:lnTo>
                    <a:pt x="18569" y="409"/>
                  </a:lnTo>
                  <a:lnTo>
                    <a:pt x="18383" y="298"/>
                  </a:lnTo>
                  <a:lnTo>
                    <a:pt x="18197" y="186"/>
                  </a:lnTo>
                  <a:lnTo>
                    <a:pt x="17974" y="112"/>
                  </a:lnTo>
                  <a:lnTo>
                    <a:pt x="17751" y="37"/>
                  </a:lnTo>
                  <a:lnTo>
                    <a:pt x="17527" y="0"/>
                  </a:lnTo>
                  <a:close/>
                </a:path>
              </a:pathLst>
            </a:custGeom>
            <a:solidFill>
              <a:srgbClr val="FE4C2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g2cae08ba28d_1_31"/>
            <p:cNvSpPr/>
            <p:nvPr/>
          </p:nvSpPr>
          <p:spPr>
            <a:xfrm>
              <a:off x="238125" y="2897475"/>
              <a:ext cx="486550" cy="504250"/>
            </a:xfrm>
            <a:custGeom>
              <a:rect b="b" l="l" r="r" t="t"/>
              <a:pathLst>
                <a:path extrusionOk="0" h="20170" w="19462">
                  <a:moveTo>
                    <a:pt x="2233" y="1"/>
                  </a:moveTo>
                  <a:lnTo>
                    <a:pt x="1786" y="75"/>
                  </a:lnTo>
                  <a:lnTo>
                    <a:pt x="1414" y="187"/>
                  </a:lnTo>
                  <a:lnTo>
                    <a:pt x="1042" y="373"/>
                  </a:lnTo>
                  <a:lnTo>
                    <a:pt x="707" y="670"/>
                  </a:lnTo>
                  <a:lnTo>
                    <a:pt x="409" y="1005"/>
                  </a:lnTo>
                  <a:lnTo>
                    <a:pt x="298" y="1191"/>
                  </a:lnTo>
                  <a:lnTo>
                    <a:pt x="186" y="1377"/>
                  </a:lnTo>
                  <a:lnTo>
                    <a:pt x="112" y="1601"/>
                  </a:lnTo>
                  <a:lnTo>
                    <a:pt x="37" y="1824"/>
                  </a:lnTo>
                  <a:lnTo>
                    <a:pt x="0" y="2084"/>
                  </a:lnTo>
                  <a:lnTo>
                    <a:pt x="0" y="2345"/>
                  </a:lnTo>
                  <a:lnTo>
                    <a:pt x="0" y="17862"/>
                  </a:lnTo>
                  <a:lnTo>
                    <a:pt x="37" y="18309"/>
                  </a:lnTo>
                  <a:lnTo>
                    <a:pt x="149" y="18718"/>
                  </a:lnTo>
                  <a:lnTo>
                    <a:pt x="335" y="19090"/>
                  </a:lnTo>
                  <a:lnTo>
                    <a:pt x="595" y="19462"/>
                  </a:lnTo>
                  <a:lnTo>
                    <a:pt x="930" y="19760"/>
                  </a:lnTo>
                  <a:lnTo>
                    <a:pt x="1116" y="19872"/>
                  </a:lnTo>
                  <a:lnTo>
                    <a:pt x="1302" y="19983"/>
                  </a:lnTo>
                  <a:lnTo>
                    <a:pt x="1526" y="20058"/>
                  </a:lnTo>
                  <a:lnTo>
                    <a:pt x="1749" y="20132"/>
                  </a:lnTo>
                  <a:lnTo>
                    <a:pt x="1972" y="20169"/>
                  </a:lnTo>
                  <a:lnTo>
                    <a:pt x="17266" y="20169"/>
                  </a:lnTo>
                  <a:lnTo>
                    <a:pt x="17676" y="20132"/>
                  </a:lnTo>
                  <a:lnTo>
                    <a:pt x="18085" y="20020"/>
                  </a:lnTo>
                  <a:lnTo>
                    <a:pt x="18457" y="19797"/>
                  </a:lnTo>
                  <a:lnTo>
                    <a:pt x="18792" y="19537"/>
                  </a:lnTo>
                  <a:lnTo>
                    <a:pt x="19052" y="19202"/>
                  </a:lnTo>
                  <a:lnTo>
                    <a:pt x="19201" y="19016"/>
                  </a:lnTo>
                  <a:lnTo>
                    <a:pt x="19276" y="18830"/>
                  </a:lnTo>
                  <a:lnTo>
                    <a:pt x="19387" y="18606"/>
                  </a:lnTo>
                  <a:lnTo>
                    <a:pt x="19425" y="18346"/>
                  </a:lnTo>
                  <a:lnTo>
                    <a:pt x="19462" y="18123"/>
                  </a:lnTo>
                  <a:lnTo>
                    <a:pt x="19462" y="17862"/>
                  </a:lnTo>
                  <a:lnTo>
                    <a:pt x="19462" y="2345"/>
                  </a:lnTo>
                  <a:lnTo>
                    <a:pt x="19425" y="1898"/>
                  </a:lnTo>
                  <a:lnTo>
                    <a:pt x="19313" y="1489"/>
                  </a:lnTo>
                  <a:lnTo>
                    <a:pt x="19127" y="1080"/>
                  </a:lnTo>
                  <a:lnTo>
                    <a:pt x="18866" y="745"/>
                  </a:lnTo>
                  <a:lnTo>
                    <a:pt x="18532" y="447"/>
                  </a:lnTo>
                  <a:lnTo>
                    <a:pt x="18383" y="336"/>
                  </a:lnTo>
                  <a:lnTo>
                    <a:pt x="18159" y="224"/>
                  </a:lnTo>
                  <a:lnTo>
                    <a:pt x="17973" y="149"/>
                  </a:lnTo>
                  <a:lnTo>
                    <a:pt x="17750" y="75"/>
                  </a:lnTo>
                  <a:lnTo>
                    <a:pt x="17527" y="38"/>
                  </a:lnTo>
                  <a:lnTo>
                    <a:pt x="17266" y="1"/>
                  </a:lnTo>
                  <a:close/>
                </a:path>
              </a:pathLst>
            </a:custGeom>
            <a:solidFill>
              <a:srgbClr val="FE4C2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g2cae08ba28d_1_31"/>
            <p:cNvSpPr/>
            <p:nvPr/>
          </p:nvSpPr>
          <p:spPr>
            <a:xfrm>
              <a:off x="846525" y="2897475"/>
              <a:ext cx="487500" cy="504250"/>
            </a:xfrm>
            <a:custGeom>
              <a:rect b="b" l="l" r="r" t="t"/>
              <a:pathLst>
                <a:path extrusionOk="0" h="20170" w="19500">
                  <a:moveTo>
                    <a:pt x="2233" y="1"/>
                  </a:moveTo>
                  <a:lnTo>
                    <a:pt x="1750" y="75"/>
                  </a:lnTo>
                  <a:lnTo>
                    <a:pt x="1303" y="187"/>
                  </a:lnTo>
                  <a:lnTo>
                    <a:pt x="1080" y="261"/>
                  </a:lnTo>
                  <a:lnTo>
                    <a:pt x="894" y="373"/>
                  </a:lnTo>
                  <a:lnTo>
                    <a:pt x="708" y="522"/>
                  </a:lnTo>
                  <a:lnTo>
                    <a:pt x="522" y="670"/>
                  </a:lnTo>
                  <a:lnTo>
                    <a:pt x="410" y="819"/>
                  </a:lnTo>
                  <a:lnTo>
                    <a:pt x="261" y="1005"/>
                  </a:lnTo>
                  <a:lnTo>
                    <a:pt x="149" y="1191"/>
                  </a:lnTo>
                  <a:lnTo>
                    <a:pt x="75" y="1377"/>
                  </a:lnTo>
                  <a:lnTo>
                    <a:pt x="38" y="1601"/>
                  </a:lnTo>
                  <a:lnTo>
                    <a:pt x="1" y="1824"/>
                  </a:lnTo>
                  <a:lnTo>
                    <a:pt x="1" y="2084"/>
                  </a:lnTo>
                  <a:lnTo>
                    <a:pt x="1" y="2345"/>
                  </a:lnTo>
                  <a:lnTo>
                    <a:pt x="1" y="17862"/>
                  </a:lnTo>
                  <a:lnTo>
                    <a:pt x="38" y="18309"/>
                  </a:lnTo>
                  <a:lnTo>
                    <a:pt x="187" y="18718"/>
                  </a:lnTo>
                  <a:lnTo>
                    <a:pt x="373" y="19090"/>
                  </a:lnTo>
                  <a:lnTo>
                    <a:pt x="633" y="19462"/>
                  </a:lnTo>
                  <a:lnTo>
                    <a:pt x="931" y="19760"/>
                  </a:lnTo>
                  <a:lnTo>
                    <a:pt x="1117" y="19872"/>
                  </a:lnTo>
                  <a:lnTo>
                    <a:pt x="1303" y="19983"/>
                  </a:lnTo>
                  <a:lnTo>
                    <a:pt x="1526" y="20058"/>
                  </a:lnTo>
                  <a:lnTo>
                    <a:pt x="1750" y="20132"/>
                  </a:lnTo>
                  <a:lnTo>
                    <a:pt x="1973" y="20169"/>
                  </a:lnTo>
                  <a:lnTo>
                    <a:pt x="17267" y="20169"/>
                  </a:lnTo>
                  <a:lnTo>
                    <a:pt x="17676" y="20132"/>
                  </a:lnTo>
                  <a:lnTo>
                    <a:pt x="18086" y="20020"/>
                  </a:lnTo>
                  <a:lnTo>
                    <a:pt x="18458" y="19797"/>
                  </a:lnTo>
                  <a:lnTo>
                    <a:pt x="18793" y="19537"/>
                  </a:lnTo>
                  <a:lnTo>
                    <a:pt x="19090" y="19202"/>
                  </a:lnTo>
                  <a:lnTo>
                    <a:pt x="19202" y="19016"/>
                  </a:lnTo>
                  <a:lnTo>
                    <a:pt x="19314" y="18830"/>
                  </a:lnTo>
                  <a:lnTo>
                    <a:pt x="19388" y="18606"/>
                  </a:lnTo>
                  <a:lnTo>
                    <a:pt x="19425" y="18346"/>
                  </a:lnTo>
                  <a:lnTo>
                    <a:pt x="19462" y="18123"/>
                  </a:lnTo>
                  <a:lnTo>
                    <a:pt x="19500" y="17862"/>
                  </a:lnTo>
                  <a:lnTo>
                    <a:pt x="19500" y="2345"/>
                  </a:lnTo>
                  <a:lnTo>
                    <a:pt x="19462" y="1898"/>
                  </a:lnTo>
                  <a:lnTo>
                    <a:pt x="19314" y="1489"/>
                  </a:lnTo>
                  <a:lnTo>
                    <a:pt x="19127" y="1080"/>
                  </a:lnTo>
                  <a:lnTo>
                    <a:pt x="18867" y="745"/>
                  </a:lnTo>
                  <a:lnTo>
                    <a:pt x="18569" y="447"/>
                  </a:lnTo>
                  <a:lnTo>
                    <a:pt x="18383" y="336"/>
                  </a:lnTo>
                  <a:lnTo>
                    <a:pt x="18197" y="224"/>
                  </a:lnTo>
                  <a:lnTo>
                    <a:pt x="17974" y="149"/>
                  </a:lnTo>
                  <a:lnTo>
                    <a:pt x="17751" y="75"/>
                  </a:lnTo>
                  <a:lnTo>
                    <a:pt x="17527" y="38"/>
                  </a:lnTo>
                  <a:lnTo>
                    <a:pt x="17267" y="1"/>
                  </a:lnTo>
                  <a:close/>
                </a:path>
              </a:pathLst>
            </a:custGeom>
            <a:solidFill>
              <a:srgbClr val="FE4C2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g2cae08ba28d_1_31"/>
            <p:cNvSpPr/>
            <p:nvPr/>
          </p:nvSpPr>
          <p:spPr>
            <a:xfrm>
              <a:off x="4468175" y="2330000"/>
              <a:ext cx="2913700" cy="1066125"/>
            </a:xfrm>
            <a:custGeom>
              <a:rect b="b" l="l" r="r" t="t"/>
              <a:pathLst>
                <a:path extrusionOk="0" h="42645" w="116548">
                  <a:moveTo>
                    <a:pt x="60544" y="9266"/>
                  </a:moveTo>
                  <a:lnTo>
                    <a:pt x="61437" y="9303"/>
                  </a:lnTo>
                  <a:lnTo>
                    <a:pt x="62256" y="9415"/>
                  </a:lnTo>
                  <a:lnTo>
                    <a:pt x="63000" y="9564"/>
                  </a:lnTo>
                  <a:lnTo>
                    <a:pt x="63707" y="9750"/>
                  </a:lnTo>
                  <a:lnTo>
                    <a:pt x="64340" y="10010"/>
                  </a:lnTo>
                  <a:lnTo>
                    <a:pt x="64935" y="10308"/>
                  </a:lnTo>
                  <a:lnTo>
                    <a:pt x="65456" y="10680"/>
                  </a:lnTo>
                  <a:lnTo>
                    <a:pt x="65903" y="11090"/>
                  </a:lnTo>
                  <a:lnTo>
                    <a:pt x="66312" y="11499"/>
                  </a:lnTo>
                  <a:lnTo>
                    <a:pt x="66684" y="11983"/>
                  </a:lnTo>
                  <a:lnTo>
                    <a:pt x="66982" y="12466"/>
                  </a:lnTo>
                  <a:lnTo>
                    <a:pt x="67205" y="12987"/>
                  </a:lnTo>
                  <a:lnTo>
                    <a:pt x="67391" y="13546"/>
                  </a:lnTo>
                  <a:lnTo>
                    <a:pt x="67540" y="14104"/>
                  </a:lnTo>
                  <a:lnTo>
                    <a:pt x="67614" y="14699"/>
                  </a:lnTo>
                  <a:lnTo>
                    <a:pt x="67614" y="15295"/>
                  </a:lnTo>
                  <a:lnTo>
                    <a:pt x="67614" y="15890"/>
                  </a:lnTo>
                  <a:lnTo>
                    <a:pt x="67540" y="16485"/>
                  </a:lnTo>
                  <a:lnTo>
                    <a:pt x="67391" y="17043"/>
                  </a:lnTo>
                  <a:lnTo>
                    <a:pt x="67205" y="17602"/>
                  </a:lnTo>
                  <a:lnTo>
                    <a:pt x="66982" y="18123"/>
                  </a:lnTo>
                  <a:lnTo>
                    <a:pt x="66684" y="18644"/>
                  </a:lnTo>
                  <a:lnTo>
                    <a:pt x="66312" y="19090"/>
                  </a:lnTo>
                  <a:lnTo>
                    <a:pt x="65903" y="19537"/>
                  </a:lnTo>
                  <a:lnTo>
                    <a:pt x="65456" y="19909"/>
                  </a:lnTo>
                  <a:lnTo>
                    <a:pt x="64935" y="20281"/>
                  </a:lnTo>
                  <a:lnTo>
                    <a:pt x="64340" y="20579"/>
                  </a:lnTo>
                  <a:lnTo>
                    <a:pt x="63707" y="20839"/>
                  </a:lnTo>
                  <a:lnTo>
                    <a:pt x="63000" y="21062"/>
                  </a:lnTo>
                  <a:lnTo>
                    <a:pt x="62256" y="21211"/>
                  </a:lnTo>
                  <a:lnTo>
                    <a:pt x="61437" y="21286"/>
                  </a:lnTo>
                  <a:lnTo>
                    <a:pt x="60544" y="21323"/>
                  </a:lnTo>
                  <a:lnTo>
                    <a:pt x="54590" y="21323"/>
                  </a:lnTo>
                  <a:lnTo>
                    <a:pt x="54590" y="9266"/>
                  </a:lnTo>
                  <a:close/>
                  <a:moveTo>
                    <a:pt x="99952" y="9266"/>
                  </a:moveTo>
                  <a:lnTo>
                    <a:pt x="100845" y="9303"/>
                  </a:lnTo>
                  <a:lnTo>
                    <a:pt x="101626" y="9415"/>
                  </a:lnTo>
                  <a:lnTo>
                    <a:pt x="102408" y="9564"/>
                  </a:lnTo>
                  <a:lnTo>
                    <a:pt x="103077" y="9750"/>
                  </a:lnTo>
                  <a:lnTo>
                    <a:pt x="103710" y="10010"/>
                  </a:lnTo>
                  <a:lnTo>
                    <a:pt x="104268" y="10308"/>
                  </a:lnTo>
                  <a:lnTo>
                    <a:pt x="104789" y="10680"/>
                  </a:lnTo>
                  <a:lnTo>
                    <a:pt x="105236" y="11090"/>
                  </a:lnTo>
                  <a:lnTo>
                    <a:pt x="105645" y="11499"/>
                  </a:lnTo>
                  <a:lnTo>
                    <a:pt x="105980" y="11983"/>
                  </a:lnTo>
                  <a:lnTo>
                    <a:pt x="106278" y="12466"/>
                  </a:lnTo>
                  <a:lnTo>
                    <a:pt x="106501" y="12987"/>
                  </a:lnTo>
                  <a:lnTo>
                    <a:pt x="106724" y="13546"/>
                  </a:lnTo>
                  <a:lnTo>
                    <a:pt x="106873" y="14104"/>
                  </a:lnTo>
                  <a:lnTo>
                    <a:pt x="106985" y="14699"/>
                  </a:lnTo>
                  <a:lnTo>
                    <a:pt x="107022" y="15295"/>
                  </a:lnTo>
                  <a:lnTo>
                    <a:pt x="107022" y="15890"/>
                  </a:lnTo>
                  <a:lnTo>
                    <a:pt x="106910" y="16485"/>
                  </a:lnTo>
                  <a:lnTo>
                    <a:pt x="106799" y="17043"/>
                  </a:lnTo>
                  <a:lnTo>
                    <a:pt x="106612" y="17602"/>
                  </a:lnTo>
                  <a:lnTo>
                    <a:pt x="106352" y="18123"/>
                  </a:lnTo>
                  <a:lnTo>
                    <a:pt x="106091" y="18644"/>
                  </a:lnTo>
                  <a:lnTo>
                    <a:pt x="105719" y="19090"/>
                  </a:lnTo>
                  <a:lnTo>
                    <a:pt x="105310" y="19537"/>
                  </a:lnTo>
                  <a:lnTo>
                    <a:pt x="104863" y="19909"/>
                  </a:lnTo>
                  <a:lnTo>
                    <a:pt x="104343" y="20281"/>
                  </a:lnTo>
                  <a:lnTo>
                    <a:pt x="103747" y="20579"/>
                  </a:lnTo>
                  <a:lnTo>
                    <a:pt x="103115" y="20839"/>
                  </a:lnTo>
                  <a:lnTo>
                    <a:pt x="102408" y="21062"/>
                  </a:lnTo>
                  <a:lnTo>
                    <a:pt x="101663" y="21211"/>
                  </a:lnTo>
                  <a:lnTo>
                    <a:pt x="100845" y="21286"/>
                  </a:lnTo>
                  <a:lnTo>
                    <a:pt x="99952" y="21323"/>
                  </a:lnTo>
                  <a:lnTo>
                    <a:pt x="93960" y="21323"/>
                  </a:lnTo>
                  <a:lnTo>
                    <a:pt x="93960" y="9266"/>
                  </a:lnTo>
                  <a:close/>
                  <a:moveTo>
                    <a:pt x="19834" y="12280"/>
                  </a:moveTo>
                  <a:lnTo>
                    <a:pt x="24486" y="26644"/>
                  </a:lnTo>
                  <a:lnTo>
                    <a:pt x="15183" y="26644"/>
                  </a:lnTo>
                  <a:lnTo>
                    <a:pt x="19834" y="12280"/>
                  </a:lnTo>
                  <a:close/>
                  <a:moveTo>
                    <a:pt x="16709" y="1"/>
                  </a:moveTo>
                  <a:lnTo>
                    <a:pt x="16188" y="38"/>
                  </a:lnTo>
                  <a:lnTo>
                    <a:pt x="15704" y="149"/>
                  </a:lnTo>
                  <a:lnTo>
                    <a:pt x="15332" y="298"/>
                  </a:lnTo>
                  <a:lnTo>
                    <a:pt x="14997" y="522"/>
                  </a:lnTo>
                  <a:lnTo>
                    <a:pt x="14699" y="819"/>
                  </a:lnTo>
                  <a:lnTo>
                    <a:pt x="14439" y="1191"/>
                  </a:lnTo>
                  <a:lnTo>
                    <a:pt x="14253" y="1601"/>
                  </a:lnTo>
                  <a:lnTo>
                    <a:pt x="14066" y="2084"/>
                  </a:lnTo>
                  <a:lnTo>
                    <a:pt x="112" y="40784"/>
                  </a:lnTo>
                  <a:lnTo>
                    <a:pt x="38" y="41157"/>
                  </a:lnTo>
                  <a:lnTo>
                    <a:pt x="0" y="41491"/>
                  </a:lnTo>
                  <a:lnTo>
                    <a:pt x="38" y="41789"/>
                  </a:lnTo>
                  <a:lnTo>
                    <a:pt x="112" y="42087"/>
                  </a:lnTo>
                  <a:lnTo>
                    <a:pt x="149" y="42198"/>
                  </a:lnTo>
                  <a:lnTo>
                    <a:pt x="224" y="42310"/>
                  </a:lnTo>
                  <a:lnTo>
                    <a:pt x="335" y="42422"/>
                  </a:lnTo>
                  <a:lnTo>
                    <a:pt x="484" y="42496"/>
                  </a:lnTo>
                  <a:lnTo>
                    <a:pt x="633" y="42571"/>
                  </a:lnTo>
                  <a:lnTo>
                    <a:pt x="782" y="42608"/>
                  </a:lnTo>
                  <a:lnTo>
                    <a:pt x="1005" y="42645"/>
                  </a:lnTo>
                  <a:lnTo>
                    <a:pt x="8336" y="42645"/>
                  </a:lnTo>
                  <a:lnTo>
                    <a:pt x="8745" y="42571"/>
                  </a:lnTo>
                  <a:lnTo>
                    <a:pt x="9117" y="42496"/>
                  </a:lnTo>
                  <a:lnTo>
                    <a:pt x="9415" y="42347"/>
                  </a:lnTo>
                  <a:lnTo>
                    <a:pt x="9675" y="42087"/>
                  </a:lnTo>
                  <a:lnTo>
                    <a:pt x="9936" y="41752"/>
                  </a:lnTo>
                  <a:lnTo>
                    <a:pt x="10122" y="41343"/>
                  </a:lnTo>
                  <a:lnTo>
                    <a:pt x="10308" y="40784"/>
                  </a:lnTo>
                  <a:lnTo>
                    <a:pt x="12094" y="35686"/>
                  </a:lnTo>
                  <a:lnTo>
                    <a:pt x="27351" y="35686"/>
                  </a:lnTo>
                  <a:lnTo>
                    <a:pt x="29137" y="40784"/>
                  </a:lnTo>
                  <a:lnTo>
                    <a:pt x="29361" y="41268"/>
                  </a:lnTo>
                  <a:lnTo>
                    <a:pt x="29584" y="41677"/>
                  </a:lnTo>
                  <a:lnTo>
                    <a:pt x="29844" y="41975"/>
                  </a:lnTo>
                  <a:lnTo>
                    <a:pt x="30105" y="42236"/>
                  </a:lnTo>
                  <a:lnTo>
                    <a:pt x="30365" y="42422"/>
                  </a:lnTo>
                  <a:lnTo>
                    <a:pt x="30700" y="42571"/>
                  </a:lnTo>
                  <a:lnTo>
                    <a:pt x="31110" y="42608"/>
                  </a:lnTo>
                  <a:lnTo>
                    <a:pt x="31556" y="42645"/>
                  </a:lnTo>
                  <a:lnTo>
                    <a:pt x="38440" y="42645"/>
                  </a:lnTo>
                  <a:lnTo>
                    <a:pt x="38626" y="42608"/>
                  </a:lnTo>
                  <a:lnTo>
                    <a:pt x="38812" y="42571"/>
                  </a:lnTo>
                  <a:lnTo>
                    <a:pt x="38961" y="42496"/>
                  </a:lnTo>
                  <a:lnTo>
                    <a:pt x="39073" y="42422"/>
                  </a:lnTo>
                  <a:lnTo>
                    <a:pt x="39185" y="42310"/>
                  </a:lnTo>
                  <a:lnTo>
                    <a:pt x="39259" y="42198"/>
                  </a:lnTo>
                  <a:lnTo>
                    <a:pt x="39296" y="42087"/>
                  </a:lnTo>
                  <a:lnTo>
                    <a:pt x="39333" y="41789"/>
                  </a:lnTo>
                  <a:lnTo>
                    <a:pt x="39296" y="41491"/>
                  </a:lnTo>
                  <a:lnTo>
                    <a:pt x="39222" y="41157"/>
                  </a:lnTo>
                  <a:lnTo>
                    <a:pt x="39073" y="40784"/>
                  </a:lnTo>
                  <a:lnTo>
                    <a:pt x="25342" y="2084"/>
                  </a:lnTo>
                  <a:lnTo>
                    <a:pt x="25118" y="1601"/>
                  </a:lnTo>
                  <a:lnTo>
                    <a:pt x="24858" y="1191"/>
                  </a:lnTo>
                  <a:lnTo>
                    <a:pt x="24560" y="819"/>
                  </a:lnTo>
                  <a:lnTo>
                    <a:pt x="24263" y="522"/>
                  </a:lnTo>
                  <a:lnTo>
                    <a:pt x="23965" y="298"/>
                  </a:lnTo>
                  <a:lnTo>
                    <a:pt x="23593" y="149"/>
                  </a:lnTo>
                  <a:lnTo>
                    <a:pt x="23183" y="38"/>
                  </a:lnTo>
                  <a:lnTo>
                    <a:pt x="22700" y="1"/>
                  </a:lnTo>
                  <a:close/>
                  <a:moveTo>
                    <a:pt x="46590" y="224"/>
                  </a:moveTo>
                  <a:lnTo>
                    <a:pt x="46143" y="261"/>
                  </a:lnTo>
                  <a:lnTo>
                    <a:pt x="45771" y="373"/>
                  </a:lnTo>
                  <a:lnTo>
                    <a:pt x="45473" y="522"/>
                  </a:lnTo>
                  <a:lnTo>
                    <a:pt x="45213" y="745"/>
                  </a:lnTo>
                  <a:lnTo>
                    <a:pt x="45027" y="1005"/>
                  </a:lnTo>
                  <a:lnTo>
                    <a:pt x="44915" y="1303"/>
                  </a:lnTo>
                  <a:lnTo>
                    <a:pt x="44841" y="1675"/>
                  </a:lnTo>
                  <a:lnTo>
                    <a:pt x="44841" y="2084"/>
                  </a:lnTo>
                  <a:lnTo>
                    <a:pt x="44841" y="40784"/>
                  </a:lnTo>
                  <a:lnTo>
                    <a:pt x="44878" y="41268"/>
                  </a:lnTo>
                  <a:lnTo>
                    <a:pt x="44952" y="41677"/>
                  </a:lnTo>
                  <a:lnTo>
                    <a:pt x="45101" y="41975"/>
                  </a:lnTo>
                  <a:lnTo>
                    <a:pt x="45287" y="42236"/>
                  </a:lnTo>
                  <a:lnTo>
                    <a:pt x="45548" y="42422"/>
                  </a:lnTo>
                  <a:lnTo>
                    <a:pt x="45845" y="42571"/>
                  </a:lnTo>
                  <a:lnTo>
                    <a:pt x="46218" y="42608"/>
                  </a:lnTo>
                  <a:lnTo>
                    <a:pt x="46590" y="42645"/>
                  </a:lnTo>
                  <a:lnTo>
                    <a:pt x="52804" y="42645"/>
                  </a:lnTo>
                  <a:lnTo>
                    <a:pt x="53213" y="42608"/>
                  </a:lnTo>
                  <a:lnTo>
                    <a:pt x="53548" y="42571"/>
                  </a:lnTo>
                  <a:lnTo>
                    <a:pt x="53846" y="42422"/>
                  </a:lnTo>
                  <a:lnTo>
                    <a:pt x="54106" y="42236"/>
                  </a:lnTo>
                  <a:lnTo>
                    <a:pt x="54293" y="41975"/>
                  </a:lnTo>
                  <a:lnTo>
                    <a:pt x="54441" y="41677"/>
                  </a:lnTo>
                  <a:lnTo>
                    <a:pt x="54553" y="41268"/>
                  </a:lnTo>
                  <a:lnTo>
                    <a:pt x="54590" y="40784"/>
                  </a:lnTo>
                  <a:lnTo>
                    <a:pt x="54590" y="30142"/>
                  </a:lnTo>
                  <a:lnTo>
                    <a:pt x="60544" y="30142"/>
                  </a:lnTo>
                  <a:lnTo>
                    <a:pt x="61549" y="30105"/>
                  </a:lnTo>
                  <a:lnTo>
                    <a:pt x="62516" y="30067"/>
                  </a:lnTo>
                  <a:lnTo>
                    <a:pt x="63447" y="29993"/>
                  </a:lnTo>
                  <a:lnTo>
                    <a:pt x="64377" y="29844"/>
                  </a:lnTo>
                  <a:lnTo>
                    <a:pt x="65270" y="29695"/>
                  </a:lnTo>
                  <a:lnTo>
                    <a:pt x="66126" y="29509"/>
                  </a:lnTo>
                  <a:lnTo>
                    <a:pt x="66945" y="29286"/>
                  </a:lnTo>
                  <a:lnTo>
                    <a:pt x="67726" y="29063"/>
                  </a:lnTo>
                  <a:lnTo>
                    <a:pt x="68470" y="28765"/>
                  </a:lnTo>
                  <a:lnTo>
                    <a:pt x="69215" y="28467"/>
                  </a:lnTo>
                  <a:lnTo>
                    <a:pt x="69884" y="28132"/>
                  </a:lnTo>
                  <a:lnTo>
                    <a:pt x="70554" y="27760"/>
                  </a:lnTo>
                  <a:lnTo>
                    <a:pt x="71187" y="27351"/>
                  </a:lnTo>
                  <a:lnTo>
                    <a:pt x="71819" y="26942"/>
                  </a:lnTo>
                  <a:lnTo>
                    <a:pt x="72378" y="26495"/>
                  </a:lnTo>
                  <a:lnTo>
                    <a:pt x="72898" y="26011"/>
                  </a:lnTo>
                  <a:lnTo>
                    <a:pt x="73419" y="25528"/>
                  </a:lnTo>
                  <a:lnTo>
                    <a:pt x="73903" y="25007"/>
                  </a:lnTo>
                  <a:lnTo>
                    <a:pt x="74350" y="24449"/>
                  </a:lnTo>
                  <a:lnTo>
                    <a:pt x="74759" y="23853"/>
                  </a:lnTo>
                  <a:lnTo>
                    <a:pt x="75131" y="23258"/>
                  </a:lnTo>
                  <a:lnTo>
                    <a:pt x="75466" y="22625"/>
                  </a:lnTo>
                  <a:lnTo>
                    <a:pt x="75801" y="21993"/>
                  </a:lnTo>
                  <a:lnTo>
                    <a:pt x="76099" y="21323"/>
                  </a:lnTo>
                  <a:lnTo>
                    <a:pt x="76322" y="20653"/>
                  </a:lnTo>
                  <a:lnTo>
                    <a:pt x="76545" y="19946"/>
                  </a:lnTo>
                  <a:lnTo>
                    <a:pt x="76731" y="19202"/>
                  </a:lnTo>
                  <a:lnTo>
                    <a:pt x="76880" y="18457"/>
                  </a:lnTo>
                  <a:lnTo>
                    <a:pt x="76992" y="17713"/>
                  </a:lnTo>
                  <a:lnTo>
                    <a:pt x="77066" y="16932"/>
                  </a:lnTo>
                  <a:lnTo>
                    <a:pt x="77141" y="16113"/>
                  </a:lnTo>
                  <a:lnTo>
                    <a:pt x="77141" y="15295"/>
                  </a:lnTo>
                  <a:lnTo>
                    <a:pt x="77141" y="14476"/>
                  </a:lnTo>
                  <a:lnTo>
                    <a:pt x="77103" y="13657"/>
                  </a:lnTo>
                  <a:lnTo>
                    <a:pt x="76992" y="12839"/>
                  </a:lnTo>
                  <a:lnTo>
                    <a:pt x="76880" y="12057"/>
                  </a:lnTo>
                  <a:lnTo>
                    <a:pt x="76731" y="11313"/>
                  </a:lnTo>
                  <a:lnTo>
                    <a:pt x="76582" y="10569"/>
                  </a:lnTo>
                  <a:lnTo>
                    <a:pt x="76359" y="9824"/>
                  </a:lnTo>
                  <a:lnTo>
                    <a:pt x="76099" y="9117"/>
                  </a:lnTo>
                  <a:lnTo>
                    <a:pt x="75838" y="8448"/>
                  </a:lnTo>
                  <a:lnTo>
                    <a:pt x="75541" y="7815"/>
                  </a:lnTo>
                  <a:lnTo>
                    <a:pt x="75206" y="7182"/>
                  </a:lnTo>
                  <a:lnTo>
                    <a:pt x="74833" y="6550"/>
                  </a:lnTo>
                  <a:lnTo>
                    <a:pt x="74424" y="5992"/>
                  </a:lnTo>
                  <a:lnTo>
                    <a:pt x="73978" y="5433"/>
                  </a:lnTo>
                  <a:lnTo>
                    <a:pt x="73531" y="4875"/>
                  </a:lnTo>
                  <a:lnTo>
                    <a:pt x="73010" y="4392"/>
                  </a:lnTo>
                  <a:lnTo>
                    <a:pt x="72489" y="3908"/>
                  </a:lnTo>
                  <a:lnTo>
                    <a:pt x="71931" y="3461"/>
                  </a:lnTo>
                  <a:lnTo>
                    <a:pt x="71336" y="3015"/>
                  </a:lnTo>
                  <a:lnTo>
                    <a:pt x="70703" y="2605"/>
                  </a:lnTo>
                  <a:lnTo>
                    <a:pt x="70070" y="2233"/>
                  </a:lnTo>
                  <a:lnTo>
                    <a:pt x="69363" y="1898"/>
                  </a:lnTo>
                  <a:lnTo>
                    <a:pt x="68656" y="1601"/>
                  </a:lnTo>
                  <a:lnTo>
                    <a:pt x="67912" y="1303"/>
                  </a:lnTo>
                  <a:lnTo>
                    <a:pt x="67131" y="1080"/>
                  </a:lnTo>
                  <a:lnTo>
                    <a:pt x="66312" y="856"/>
                  </a:lnTo>
                  <a:lnTo>
                    <a:pt x="65456" y="670"/>
                  </a:lnTo>
                  <a:lnTo>
                    <a:pt x="64600" y="522"/>
                  </a:lnTo>
                  <a:lnTo>
                    <a:pt x="63670" y="410"/>
                  </a:lnTo>
                  <a:lnTo>
                    <a:pt x="62740" y="298"/>
                  </a:lnTo>
                  <a:lnTo>
                    <a:pt x="61772" y="261"/>
                  </a:lnTo>
                  <a:lnTo>
                    <a:pt x="60767" y="224"/>
                  </a:lnTo>
                  <a:close/>
                  <a:moveTo>
                    <a:pt x="85997" y="224"/>
                  </a:moveTo>
                  <a:lnTo>
                    <a:pt x="85551" y="261"/>
                  </a:lnTo>
                  <a:lnTo>
                    <a:pt x="85178" y="373"/>
                  </a:lnTo>
                  <a:lnTo>
                    <a:pt x="84843" y="522"/>
                  </a:lnTo>
                  <a:lnTo>
                    <a:pt x="84620" y="745"/>
                  </a:lnTo>
                  <a:lnTo>
                    <a:pt x="84434" y="1005"/>
                  </a:lnTo>
                  <a:lnTo>
                    <a:pt x="84323" y="1303"/>
                  </a:lnTo>
                  <a:lnTo>
                    <a:pt x="84248" y="1675"/>
                  </a:lnTo>
                  <a:lnTo>
                    <a:pt x="84248" y="2084"/>
                  </a:lnTo>
                  <a:lnTo>
                    <a:pt x="84248" y="40784"/>
                  </a:lnTo>
                  <a:lnTo>
                    <a:pt x="84248" y="41268"/>
                  </a:lnTo>
                  <a:lnTo>
                    <a:pt x="84360" y="41677"/>
                  </a:lnTo>
                  <a:lnTo>
                    <a:pt x="84509" y="41975"/>
                  </a:lnTo>
                  <a:lnTo>
                    <a:pt x="84695" y="42236"/>
                  </a:lnTo>
                  <a:lnTo>
                    <a:pt x="84955" y="42422"/>
                  </a:lnTo>
                  <a:lnTo>
                    <a:pt x="85253" y="42571"/>
                  </a:lnTo>
                  <a:lnTo>
                    <a:pt x="85625" y="42608"/>
                  </a:lnTo>
                  <a:lnTo>
                    <a:pt x="85997" y="42645"/>
                  </a:lnTo>
                  <a:lnTo>
                    <a:pt x="92211" y="42645"/>
                  </a:lnTo>
                  <a:lnTo>
                    <a:pt x="92584" y="42608"/>
                  </a:lnTo>
                  <a:lnTo>
                    <a:pt x="92956" y="42571"/>
                  </a:lnTo>
                  <a:lnTo>
                    <a:pt x="93253" y="42422"/>
                  </a:lnTo>
                  <a:lnTo>
                    <a:pt x="93514" y="42236"/>
                  </a:lnTo>
                  <a:lnTo>
                    <a:pt x="93700" y="41975"/>
                  </a:lnTo>
                  <a:lnTo>
                    <a:pt x="93849" y="41677"/>
                  </a:lnTo>
                  <a:lnTo>
                    <a:pt x="93923" y="41268"/>
                  </a:lnTo>
                  <a:lnTo>
                    <a:pt x="93960" y="40784"/>
                  </a:lnTo>
                  <a:lnTo>
                    <a:pt x="93960" y="30142"/>
                  </a:lnTo>
                  <a:lnTo>
                    <a:pt x="99952" y="30142"/>
                  </a:lnTo>
                  <a:lnTo>
                    <a:pt x="100919" y="30105"/>
                  </a:lnTo>
                  <a:lnTo>
                    <a:pt x="101887" y="30067"/>
                  </a:lnTo>
                  <a:lnTo>
                    <a:pt x="102817" y="29993"/>
                  </a:lnTo>
                  <a:lnTo>
                    <a:pt x="103710" y="29844"/>
                  </a:lnTo>
                  <a:lnTo>
                    <a:pt x="104566" y="29695"/>
                  </a:lnTo>
                  <a:lnTo>
                    <a:pt x="105422" y="29509"/>
                  </a:lnTo>
                  <a:lnTo>
                    <a:pt x="106203" y="29286"/>
                  </a:lnTo>
                  <a:lnTo>
                    <a:pt x="106985" y="29063"/>
                  </a:lnTo>
                  <a:lnTo>
                    <a:pt x="107729" y="28765"/>
                  </a:lnTo>
                  <a:lnTo>
                    <a:pt x="108473" y="28467"/>
                  </a:lnTo>
                  <a:lnTo>
                    <a:pt x="109143" y="28132"/>
                  </a:lnTo>
                  <a:lnTo>
                    <a:pt x="109813" y="27760"/>
                  </a:lnTo>
                  <a:lnTo>
                    <a:pt x="110445" y="27351"/>
                  </a:lnTo>
                  <a:lnTo>
                    <a:pt x="111041" y="26942"/>
                  </a:lnTo>
                  <a:lnTo>
                    <a:pt x="111599" y="26495"/>
                  </a:lnTo>
                  <a:lnTo>
                    <a:pt x="112157" y="26011"/>
                  </a:lnTo>
                  <a:lnTo>
                    <a:pt x="112641" y="25528"/>
                  </a:lnTo>
                  <a:lnTo>
                    <a:pt x="113125" y="25007"/>
                  </a:lnTo>
                  <a:lnTo>
                    <a:pt x="113571" y="24449"/>
                  </a:lnTo>
                  <a:lnTo>
                    <a:pt x="114018" y="23853"/>
                  </a:lnTo>
                  <a:lnTo>
                    <a:pt x="114390" y="23258"/>
                  </a:lnTo>
                  <a:lnTo>
                    <a:pt x="114725" y="22625"/>
                  </a:lnTo>
                  <a:lnTo>
                    <a:pt x="115060" y="21993"/>
                  </a:lnTo>
                  <a:lnTo>
                    <a:pt x="115357" y="21323"/>
                  </a:lnTo>
                  <a:lnTo>
                    <a:pt x="115618" y="20653"/>
                  </a:lnTo>
                  <a:lnTo>
                    <a:pt x="115841" y="19946"/>
                  </a:lnTo>
                  <a:lnTo>
                    <a:pt x="116027" y="19202"/>
                  </a:lnTo>
                  <a:lnTo>
                    <a:pt x="116213" y="18457"/>
                  </a:lnTo>
                  <a:lnTo>
                    <a:pt x="116325" y="17713"/>
                  </a:lnTo>
                  <a:lnTo>
                    <a:pt x="116436" y="16932"/>
                  </a:lnTo>
                  <a:lnTo>
                    <a:pt x="116511" y="16113"/>
                  </a:lnTo>
                  <a:lnTo>
                    <a:pt x="116548" y="15295"/>
                  </a:lnTo>
                  <a:lnTo>
                    <a:pt x="116548" y="14476"/>
                  </a:lnTo>
                  <a:lnTo>
                    <a:pt x="116474" y="13657"/>
                  </a:lnTo>
                  <a:lnTo>
                    <a:pt x="116399" y="12839"/>
                  </a:lnTo>
                  <a:lnTo>
                    <a:pt x="116288" y="12057"/>
                  </a:lnTo>
                  <a:lnTo>
                    <a:pt x="116139" y="11313"/>
                  </a:lnTo>
                  <a:lnTo>
                    <a:pt x="115953" y="10569"/>
                  </a:lnTo>
                  <a:lnTo>
                    <a:pt x="115767" y="9824"/>
                  </a:lnTo>
                  <a:lnTo>
                    <a:pt x="115506" y="9117"/>
                  </a:lnTo>
                  <a:lnTo>
                    <a:pt x="115246" y="8448"/>
                  </a:lnTo>
                  <a:lnTo>
                    <a:pt x="114948" y="7815"/>
                  </a:lnTo>
                  <a:lnTo>
                    <a:pt x="114613" y="7182"/>
                  </a:lnTo>
                  <a:lnTo>
                    <a:pt x="114241" y="6550"/>
                  </a:lnTo>
                  <a:lnTo>
                    <a:pt x="113832" y="5992"/>
                  </a:lnTo>
                  <a:lnTo>
                    <a:pt x="113385" y="5433"/>
                  </a:lnTo>
                  <a:lnTo>
                    <a:pt x="112938" y="4875"/>
                  </a:lnTo>
                  <a:lnTo>
                    <a:pt x="112417" y="4392"/>
                  </a:lnTo>
                  <a:lnTo>
                    <a:pt x="111897" y="3908"/>
                  </a:lnTo>
                  <a:lnTo>
                    <a:pt x="111338" y="3461"/>
                  </a:lnTo>
                  <a:lnTo>
                    <a:pt x="110743" y="3015"/>
                  </a:lnTo>
                  <a:lnTo>
                    <a:pt x="110110" y="2605"/>
                  </a:lnTo>
                  <a:lnTo>
                    <a:pt x="109478" y="2233"/>
                  </a:lnTo>
                  <a:lnTo>
                    <a:pt x="108771" y="1898"/>
                  </a:lnTo>
                  <a:lnTo>
                    <a:pt x="108064" y="1601"/>
                  </a:lnTo>
                  <a:lnTo>
                    <a:pt x="107319" y="1303"/>
                  </a:lnTo>
                  <a:lnTo>
                    <a:pt x="106538" y="1080"/>
                  </a:lnTo>
                  <a:lnTo>
                    <a:pt x="105719" y="856"/>
                  </a:lnTo>
                  <a:lnTo>
                    <a:pt x="104863" y="670"/>
                  </a:lnTo>
                  <a:lnTo>
                    <a:pt x="103970" y="522"/>
                  </a:lnTo>
                  <a:lnTo>
                    <a:pt x="103077" y="410"/>
                  </a:lnTo>
                  <a:lnTo>
                    <a:pt x="102147" y="298"/>
                  </a:lnTo>
                  <a:lnTo>
                    <a:pt x="101180" y="261"/>
                  </a:lnTo>
                  <a:lnTo>
                    <a:pt x="100175" y="224"/>
                  </a:lnTo>
                  <a:close/>
                </a:path>
              </a:pathLst>
            </a:custGeom>
            <a:solidFill>
              <a:srgbClr val="FE4C2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8" name="Google Shape;58;g2cae08ba28d_1_31"/>
          <p:cNvSpPr/>
          <p:nvPr/>
        </p:nvSpPr>
        <p:spPr>
          <a:xfrm>
            <a:off x="1651581" y="2793456"/>
            <a:ext cx="5752500" cy="542400"/>
          </a:xfrm>
          <a:prstGeom prst="roundRect">
            <a:avLst>
              <a:gd fmla="val 16667" name="adj"/>
            </a:avLst>
          </a:prstGeom>
          <a:solidFill>
            <a:srgbClr val="FE4C2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GB" sz="2300" u="none" cap="none" strike="noStrike">
                <a:solidFill>
                  <a:schemeClr val="lt1"/>
                </a:solidFill>
                <a:latin typeface="Manrope SemiBold"/>
                <a:ea typeface="Manrope SemiBold"/>
                <a:cs typeface="Manrope SemiBold"/>
                <a:sym typeface="Manrope SemiBold"/>
              </a:rPr>
              <a:t>Test Task Analyst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g3502116f922_0_0"/>
          <p:cNvSpPr/>
          <p:nvPr/>
        </p:nvSpPr>
        <p:spPr>
          <a:xfrm>
            <a:off x="216925" y="111975"/>
            <a:ext cx="8541300" cy="4884300"/>
          </a:xfrm>
          <a:prstGeom prst="roundRect">
            <a:avLst>
              <a:gd fmla="val 5901" name="adj"/>
            </a:avLst>
          </a:prstGeom>
          <a:solidFill>
            <a:srgbClr val="FFF4EF"/>
          </a:solidFill>
          <a:ln>
            <a:noFill/>
          </a:ln>
        </p:spPr>
        <p:txBody>
          <a:bodyPr anchorCtr="0" anchor="ctr" bIns="91425" lIns="91425" spcFirstLastPara="1" rIns="91425" wrap="square" tIns="91425">
            <a:noAutofit/>
          </a:bodyPr>
          <a:lstStyle/>
          <a:p>
            <a:pPr indent="457200" lvl="0" marL="0" marR="0" rtl="0" algn="l">
              <a:lnSpc>
                <a:spcPct val="100000"/>
              </a:lnSpc>
              <a:spcBef>
                <a:spcPts val="0"/>
              </a:spcBef>
              <a:spcAft>
                <a:spcPts val="0"/>
              </a:spcAft>
              <a:buClr>
                <a:srgbClr val="000000"/>
              </a:buClr>
              <a:buSzPts val="2300"/>
              <a:buFont typeface="Arial"/>
              <a:buNone/>
            </a:pPr>
            <a:r>
              <a:rPr b="0" i="0" lang="en-GB" sz="2300" u="none" cap="none" strike="noStrike">
                <a:solidFill>
                  <a:srgbClr val="FE4C28"/>
                </a:solidFill>
                <a:latin typeface="Manrope"/>
                <a:ea typeface="Manrope"/>
                <a:cs typeface="Manrope"/>
                <a:sym typeface="Manrope"/>
              </a:rPr>
              <a:t>🧭 Background</a:t>
            </a:r>
            <a:endParaRPr b="0" i="0" sz="2500" u="none" cap="none" strike="noStrike">
              <a:solidFill>
                <a:srgbClr val="FE4C28"/>
              </a:solidFill>
              <a:latin typeface="Arial"/>
              <a:ea typeface="Arial"/>
              <a:cs typeface="Arial"/>
              <a:sym typeface="Arial"/>
            </a:endParaRPr>
          </a:p>
          <a:p>
            <a:pPr indent="0" lvl="0" marL="457200" marR="0" rtl="0" algn="l">
              <a:lnSpc>
                <a:spcPct val="115000"/>
              </a:lnSpc>
              <a:spcBef>
                <a:spcPts val="600"/>
              </a:spcBef>
              <a:spcAft>
                <a:spcPts val="0"/>
              </a:spcAft>
              <a:buClr>
                <a:srgbClr val="000000"/>
              </a:buClr>
              <a:buSzPts val="1100"/>
              <a:buFont typeface="Arial"/>
              <a:buNone/>
            </a:pPr>
            <a:br>
              <a:rPr b="0" i="0" lang="en-GB" sz="1100" u="none" cap="none" strike="noStrike">
                <a:solidFill>
                  <a:schemeClr val="dk1"/>
                </a:solidFill>
                <a:latin typeface="Manrope"/>
                <a:ea typeface="Manrope"/>
                <a:cs typeface="Manrope"/>
                <a:sym typeface="Manrope"/>
              </a:rPr>
            </a:br>
            <a:r>
              <a:rPr b="0" i="0" lang="en-GB" sz="1200" u="none" cap="none" strike="noStrike">
                <a:solidFill>
                  <a:schemeClr val="dk1"/>
                </a:solidFill>
                <a:latin typeface="Manrope"/>
                <a:ea typeface="Manrope"/>
                <a:cs typeface="Manrope"/>
                <a:sym typeface="Manrope"/>
              </a:rPr>
              <a:t>This exercise simulates a realistic challenge you might face in your role as a Analyst  for a newly launched AI app.</a:t>
            </a:r>
            <a:endParaRPr b="0" i="0" sz="1200" u="none" cap="none" strike="noStrike">
              <a:solidFill>
                <a:schemeClr val="dk1"/>
              </a:solidFill>
              <a:latin typeface="Manrope"/>
              <a:ea typeface="Manrope"/>
              <a:cs typeface="Manrope"/>
              <a:sym typeface="Manrope"/>
            </a:endParaRPr>
          </a:p>
          <a:p>
            <a:pPr indent="0" lvl="0" marL="457200" marR="0" rtl="0" algn="l">
              <a:lnSpc>
                <a:spcPct val="115000"/>
              </a:lnSpc>
              <a:spcBef>
                <a:spcPts val="600"/>
              </a:spcBef>
              <a:spcAft>
                <a:spcPts val="0"/>
              </a:spcAft>
              <a:buClr>
                <a:srgbClr val="000000"/>
              </a:buClr>
              <a:buSzPts val="1100"/>
              <a:buFont typeface="Arial"/>
              <a:buNone/>
            </a:pPr>
            <a:r>
              <a:t/>
            </a:r>
            <a:endParaRPr b="0" i="0" sz="1200" u="none" cap="none" strike="noStrike">
              <a:solidFill>
                <a:schemeClr val="dk1"/>
              </a:solidFill>
              <a:latin typeface="Manrope"/>
              <a:ea typeface="Manrope"/>
              <a:cs typeface="Manrope"/>
              <a:sym typeface="Manrope"/>
            </a:endParaRPr>
          </a:p>
          <a:p>
            <a:pPr indent="0" lvl="0" marL="457200" marR="0" rtl="0" algn="l">
              <a:lnSpc>
                <a:spcPct val="115000"/>
              </a:lnSpc>
              <a:spcBef>
                <a:spcPts val="600"/>
              </a:spcBef>
              <a:spcAft>
                <a:spcPts val="0"/>
              </a:spcAft>
              <a:buClr>
                <a:srgbClr val="000000"/>
              </a:buClr>
              <a:buSzPts val="1100"/>
              <a:buFont typeface="Arial"/>
              <a:buNone/>
            </a:pPr>
            <a:r>
              <a:rPr b="0" i="0" lang="en-GB" sz="2300" u="none" cap="none" strike="noStrike">
                <a:solidFill>
                  <a:srgbClr val="FE4C28"/>
                </a:solidFill>
                <a:latin typeface="Manrope"/>
                <a:ea typeface="Manrope"/>
                <a:cs typeface="Manrope"/>
                <a:sym typeface="Manrope"/>
              </a:rPr>
              <a:t>🔢 Data</a:t>
            </a:r>
            <a:endParaRPr b="0" i="0" sz="1200" u="none" cap="none" strike="noStrike">
              <a:solidFill>
                <a:schemeClr val="dk1"/>
              </a:solidFill>
              <a:latin typeface="Manrope"/>
              <a:ea typeface="Manrope"/>
              <a:cs typeface="Manrope"/>
              <a:sym typeface="Manrope"/>
            </a:endParaRPr>
          </a:p>
          <a:p>
            <a:pPr indent="0" lvl="0" marL="457200" marR="0" rtl="0" algn="l">
              <a:lnSpc>
                <a:spcPct val="115000"/>
              </a:lnSpc>
              <a:spcBef>
                <a:spcPts val="600"/>
              </a:spcBef>
              <a:spcAft>
                <a:spcPts val="0"/>
              </a:spcAft>
              <a:buClr>
                <a:srgbClr val="000000"/>
              </a:buClr>
              <a:buSzPts val="1100"/>
              <a:buFont typeface="Arial"/>
              <a:buNone/>
            </a:pPr>
            <a:r>
              <a:rPr b="0" i="0" lang="en-GB" sz="1200" u="none" cap="none" strike="noStrike">
                <a:solidFill>
                  <a:schemeClr val="dk1"/>
                </a:solidFill>
                <a:latin typeface="Manrope"/>
                <a:ea typeface="Manrope"/>
                <a:cs typeface="Manrope"/>
                <a:sym typeface="Manrope"/>
              </a:rPr>
              <a:t>	•	User transaction dataset</a:t>
            </a:r>
            <a:endParaRPr b="0" i="0" sz="1200" u="none" cap="none" strike="noStrike">
              <a:solidFill>
                <a:schemeClr val="dk1"/>
              </a:solidFill>
              <a:latin typeface="Manrope"/>
              <a:ea typeface="Manrope"/>
              <a:cs typeface="Manrope"/>
              <a:sym typeface="Manrope"/>
            </a:endParaRPr>
          </a:p>
          <a:p>
            <a:pPr indent="0" lvl="0" marL="457200" marR="0" rtl="0" algn="l">
              <a:lnSpc>
                <a:spcPct val="115000"/>
              </a:lnSpc>
              <a:spcBef>
                <a:spcPts val="600"/>
              </a:spcBef>
              <a:spcAft>
                <a:spcPts val="0"/>
              </a:spcAft>
              <a:buClr>
                <a:srgbClr val="000000"/>
              </a:buClr>
              <a:buSzPts val="1100"/>
              <a:buFont typeface="Arial"/>
              <a:buNone/>
            </a:pPr>
            <a:r>
              <a:rPr b="0" i="0" lang="en-GB" sz="1200" u="none" cap="none" strike="noStrike">
                <a:solidFill>
                  <a:schemeClr val="dk1"/>
                </a:solidFill>
                <a:latin typeface="Manrope"/>
                <a:ea typeface="Manrope"/>
                <a:cs typeface="Manrope"/>
                <a:sym typeface="Manrope"/>
              </a:rPr>
              <a:t>	•	Period: February–May 2021</a:t>
            </a:r>
            <a:endParaRPr b="0" i="0" sz="1200" u="none" cap="none" strike="noStrike">
              <a:solidFill>
                <a:schemeClr val="dk1"/>
              </a:solidFill>
              <a:latin typeface="Manrope"/>
              <a:ea typeface="Manrope"/>
              <a:cs typeface="Manrope"/>
              <a:sym typeface="Manrope"/>
            </a:endParaRPr>
          </a:p>
          <a:p>
            <a:pPr indent="0" lvl="0" marL="457200" marR="0" rtl="0" algn="l">
              <a:lnSpc>
                <a:spcPct val="115000"/>
              </a:lnSpc>
              <a:spcBef>
                <a:spcPts val="600"/>
              </a:spcBef>
              <a:spcAft>
                <a:spcPts val="0"/>
              </a:spcAft>
              <a:buClr>
                <a:srgbClr val="000000"/>
              </a:buClr>
              <a:buSzPts val="1100"/>
              <a:buFont typeface="Arial"/>
              <a:buNone/>
            </a:pPr>
            <a:r>
              <a:rPr b="0" i="0" lang="en-GB" sz="1200" u="none" cap="none" strike="noStrike">
                <a:solidFill>
                  <a:schemeClr val="dk1"/>
                </a:solidFill>
                <a:latin typeface="Manrope"/>
                <a:ea typeface="Manrope"/>
                <a:cs typeface="Manrope"/>
                <a:sym typeface="Manrope"/>
              </a:rPr>
              <a:t>	•	Segmented by three primary traffic sources</a:t>
            </a:r>
            <a:endParaRPr b="0" i="0" sz="1200" u="none" cap="none" strike="noStrike">
              <a:solidFill>
                <a:schemeClr val="dk1"/>
              </a:solidFill>
              <a:latin typeface="Manrope"/>
              <a:ea typeface="Manrope"/>
              <a:cs typeface="Manrope"/>
              <a:sym typeface="Manrope"/>
            </a:endParaRPr>
          </a:p>
          <a:p>
            <a:pPr indent="0" lvl="0" marL="457200" marR="0" rtl="0" algn="l">
              <a:lnSpc>
                <a:spcPct val="115000"/>
              </a:lnSpc>
              <a:spcBef>
                <a:spcPts val="600"/>
              </a:spcBef>
              <a:spcAft>
                <a:spcPts val="0"/>
              </a:spcAft>
              <a:buClr>
                <a:srgbClr val="000000"/>
              </a:buClr>
              <a:buSzPts val="1100"/>
              <a:buFont typeface="Arial"/>
              <a:buNone/>
            </a:pPr>
            <a:r>
              <a:t/>
            </a:r>
            <a:endParaRPr b="0" i="0" sz="1200" u="none" cap="none" strike="noStrike">
              <a:solidFill>
                <a:schemeClr val="dk1"/>
              </a:solidFill>
              <a:latin typeface="Manrope"/>
              <a:ea typeface="Manrope"/>
              <a:cs typeface="Manrope"/>
              <a:sym typeface="Manrope"/>
            </a:endParaRPr>
          </a:p>
          <a:p>
            <a:pPr indent="0" lvl="0" marL="457200" marR="0" rtl="0" algn="l">
              <a:lnSpc>
                <a:spcPct val="115000"/>
              </a:lnSpc>
              <a:spcBef>
                <a:spcPts val="600"/>
              </a:spcBef>
              <a:spcAft>
                <a:spcPts val="0"/>
              </a:spcAft>
              <a:buClr>
                <a:srgbClr val="000000"/>
              </a:buClr>
              <a:buSzPts val="1100"/>
              <a:buFont typeface="Arial"/>
              <a:buNone/>
            </a:pPr>
            <a:r>
              <a:rPr b="0" i="0" lang="en-GB" sz="1200" u="sng" cap="none" strike="noStrike">
                <a:solidFill>
                  <a:schemeClr val="hlink"/>
                </a:solidFill>
                <a:latin typeface="Manrope"/>
                <a:ea typeface="Manrope"/>
                <a:cs typeface="Manrope"/>
                <a:sym typeface="Manrope"/>
                <a:hlinkClick r:id="rId3"/>
              </a:rPr>
              <a:t>https://docs.google.com/spreadsheets/d/11KNfOQ9yeh2Glh_qsND3sb_lQ1p8I425/edit?usp=sharing&amp;ouid=105180241614836116243&amp;rtpof=true&amp;sd=true</a:t>
            </a:r>
            <a:endParaRPr b="0" i="0" sz="1200" u="none" cap="none" strike="noStrike">
              <a:solidFill>
                <a:schemeClr val="dk1"/>
              </a:solidFill>
              <a:latin typeface="Manrope"/>
              <a:ea typeface="Manrope"/>
              <a:cs typeface="Manrope"/>
              <a:sym typeface="Manrope"/>
            </a:endParaRPr>
          </a:p>
          <a:p>
            <a:pPr indent="0" lvl="0" marL="457200" marR="0" rtl="0" algn="l">
              <a:lnSpc>
                <a:spcPct val="115000"/>
              </a:lnSpc>
              <a:spcBef>
                <a:spcPts val="600"/>
              </a:spcBef>
              <a:spcAft>
                <a:spcPts val="0"/>
              </a:spcAft>
              <a:buClr>
                <a:srgbClr val="000000"/>
              </a:buClr>
              <a:buSzPts val="1100"/>
              <a:buFont typeface="Arial"/>
              <a:buNone/>
            </a:pPr>
            <a:r>
              <a:t/>
            </a:r>
            <a:endParaRPr b="0" i="0" sz="1200" u="none" cap="none" strike="noStrike">
              <a:solidFill>
                <a:schemeClr val="dk1"/>
              </a:solidFill>
              <a:latin typeface="Manrope"/>
              <a:ea typeface="Manrope"/>
              <a:cs typeface="Manrope"/>
              <a:sym typeface="Manrope"/>
            </a:endParaRPr>
          </a:p>
          <a:p>
            <a:pPr indent="0" lvl="0" marL="457200" marR="0" rtl="0" algn="l">
              <a:lnSpc>
                <a:spcPct val="115000"/>
              </a:lnSpc>
              <a:spcBef>
                <a:spcPts val="600"/>
              </a:spcBef>
              <a:spcAft>
                <a:spcPts val="0"/>
              </a:spcAft>
              <a:buClr>
                <a:srgbClr val="000000"/>
              </a:buClr>
              <a:buSzPts val="1100"/>
              <a:buFont typeface="Arial"/>
              <a:buNone/>
            </a:pPr>
            <a:r>
              <a:t/>
            </a:r>
            <a:endParaRPr b="0" i="0" sz="1200" u="none" cap="none" strike="noStrike">
              <a:solidFill>
                <a:schemeClr val="dk1"/>
              </a:solidFill>
              <a:latin typeface="Manrope"/>
              <a:ea typeface="Manrope"/>
              <a:cs typeface="Manrope"/>
              <a:sym typeface="Manrop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g3811f62a633_0_1"/>
          <p:cNvSpPr/>
          <p:nvPr/>
        </p:nvSpPr>
        <p:spPr>
          <a:xfrm>
            <a:off x="216925" y="111975"/>
            <a:ext cx="8541300" cy="4884300"/>
          </a:xfrm>
          <a:prstGeom prst="roundRect">
            <a:avLst>
              <a:gd fmla="val 5901" name="adj"/>
            </a:avLst>
          </a:prstGeom>
          <a:solidFill>
            <a:srgbClr val="FFF4EF"/>
          </a:solidFill>
          <a:ln>
            <a:noFill/>
          </a:ln>
        </p:spPr>
        <p:txBody>
          <a:bodyPr anchorCtr="0" anchor="ctr" bIns="91425" lIns="91425" spcFirstLastPara="1" rIns="91425" wrap="square" tIns="91425">
            <a:noAutofit/>
          </a:bodyPr>
          <a:lstStyle/>
          <a:p>
            <a:pPr indent="457200" lvl="0" marL="0" marR="0" rtl="0" algn="l">
              <a:lnSpc>
                <a:spcPct val="100000"/>
              </a:lnSpc>
              <a:spcBef>
                <a:spcPts val="0"/>
              </a:spcBef>
              <a:spcAft>
                <a:spcPts val="0"/>
              </a:spcAft>
              <a:buClr>
                <a:srgbClr val="000000"/>
              </a:buClr>
              <a:buSzPts val="2300"/>
              <a:buFont typeface="Arial"/>
              <a:buNone/>
            </a:pPr>
            <a:r>
              <a:rPr b="0" i="0" lang="en-GB" sz="2300" u="none" cap="none" strike="noStrike">
                <a:solidFill>
                  <a:srgbClr val="FE4C28"/>
                </a:solidFill>
                <a:latin typeface="Manrope"/>
                <a:ea typeface="Manrope"/>
                <a:cs typeface="Manrope"/>
                <a:sym typeface="Manrope"/>
              </a:rPr>
              <a:t>🎯 Task </a:t>
            </a:r>
            <a:r>
              <a:rPr lang="en-GB" sz="2300">
                <a:solidFill>
                  <a:srgbClr val="FE4C28"/>
                </a:solidFill>
                <a:latin typeface="Manrope"/>
                <a:ea typeface="Manrope"/>
                <a:cs typeface="Manrope"/>
                <a:sym typeface="Manrope"/>
              </a:rPr>
              <a:t>№1</a:t>
            </a:r>
            <a:endParaRPr b="0" i="0" sz="1200" u="none" cap="none" strike="noStrike">
              <a:solidFill>
                <a:schemeClr val="dk1"/>
              </a:solidFill>
              <a:latin typeface="Manrope"/>
              <a:ea typeface="Manrope"/>
              <a:cs typeface="Manrope"/>
              <a:sym typeface="Manrope"/>
            </a:endParaRPr>
          </a:p>
          <a:p>
            <a:pPr indent="0" lvl="0" marL="457200" marR="0" rtl="0" algn="l">
              <a:lnSpc>
                <a:spcPct val="115000"/>
              </a:lnSpc>
              <a:spcBef>
                <a:spcPts val="600"/>
              </a:spcBef>
              <a:spcAft>
                <a:spcPts val="0"/>
              </a:spcAft>
              <a:buClr>
                <a:srgbClr val="000000"/>
              </a:buClr>
              <a:buSzPts val="1100"/>
              <a:buFont typeface="Arial"/>
              <a:buNone/>
            </a:pPr>
            <a:r>
              <a:t/>
            </a:r>
            <a:endParaRPr b="0" i="0" sz="1200" u="none" cap="none" strike="noStrike">
              <a:solidFill>
                <a:schemeClr val="dk1"/>
              </a:solidFill>
              <a:latin typeface="Manrope"/>
              <a:ea typeface="Manrope"/>
              <a:cs typeface="Manrope"/>
              <a:sym typeface="Manrope"/>
            </a:endParaRPr>
          </a:p>
          <a:p>
            <a:pPr indent="0" lvl="0" marL="457200" marR="0" rtl="0" algn="l">
              <a:lnSpc>
                <a:spcPct val="115000"/>
              </a:lnSpc>
              <a:spcBef>
                <a:spcPts val="600"/>
              </a:spcBef>
              <a:spcAft>
                <a:spcPts val="0"/>
              </a:spcAft>
              <a:buClr>
                <a:srgbClr val="000000"/>
              </a:buClr>
              <a:buSzPts val="1100"/>
              <a:buFont typeface="Arial"/>
              <a:buNone/>
            </a:pPr>
            <a:r>
              <a:rPr b="0" i="0" lang="en-GB" sz="1200" u="none" cap="none" strike="noStrike">
                <a:solidFill>
                  <a:schemeClr val="dk1"/>
                </a:solidFill>
                <a:latin typeface="Manrope"/>
                <a:ea typeface="Manrope"/>
                <a:cs typeface="Manrope"/>
                <a:sym typeface="Manrope"/>
              </a:rPr>
              <a:t>	</a:t>
            </a:r>
            <a:r>
              <a:rPr b="0" i="0" lang="en-GB" sz="1100" u="none" cap="none" strike="noStrike">
                <a:solidFill>
                  <a:schemeClr val="dk1"/>
                </a:solidFill>
                <a:latin typeface="Arial"/>
                <a:ea typeface="Arial"/>
                <a:cs typeface="Arial"/>
                <a:sym typeface="Arial"/>
              </a:rPr>
              <a:t>Your assignment is to analyze user behavior and calculate the following:</a:t>
            </a:r>
            <a:endParaRPr b="0" i="0" sz="1100" u="none" cap="none" strike="noStrike">
              <a:solidFill>
                <a:schemeClr val="dk1"/>
              </a:solidFill>
              <a:latin typeface="Arial"/>
              <a:ea typeface="Arial"/>
              <a:cs typeface="Arial"/>
              <a:sym typeface="Arial"/>
            </a:endParaRPr>
          </a:p>
          <a:p>
            <a:pPr indent="0" lvl="0" marL="1371600" marR="0" rtl="0" algn="l">
              <a:lnSpc>
                <a:spcPct val="115000"/>
              </a:lnSpc>
              <a:spcBef>
                <a:spcPts val="0"/>
              </a:spcBef>
              <a:spcAft>
                <a:spcPts val="0"/>
              </a:spcAft>
              <a:buClr>
                <a:schemeClr val="dk1"/>
              </a:buClr>
              <a:buSzPts val="1100"/>
              <a:buFont typeface="Arial"/>
              <a:buNone/>
            </a:pPr>
            <a:r>
              <a:rPr b="0" i="0" lang="en-GB" sz="1650" u="none" cap="none" strike="noStrike">
                <a:solidFill>
                  <a:srgbClr val="474747"/>
                </a:solidFill>
                <a:latin typeface="Arial"/>
                <a:ea typeface="Arial"/>
                <a:cs typeface="Arial"/>
                <a:sym typeface="Arial"/>
              </a:rPr>
              <a:t>- </a:t>
            </a:r>
            <a:r>
              <a:rPr b="0" i="0" lang="en-GB" sz="1100" u="none" cap="none" strike="noStrike">
                <a:solidFill>
                  <a:schemeClr val="dk1"/>
                </a:solidFill>
                <a:latin typeface="Arial"/>
                <a:ea typeface="Arial"/>
                <a:cs typeface="Arial"/>
                <a:sym typeface="Arial"/>
              </a:rPr>
              <a:t>Calculate </a:t>
            </a:r>
            <a:r>
              <a:rPr b="1" i="0" lang="en-GB" sz="1100" u="none" cap="none" strike="noStrike">
                <a:solidFill>
                  <a:schemeClr val="dk1"/>
                </a:solidFill>
                <a:latin typeface="Arial"/>
                <a:ea typeface="Arial"/>
                <a:cs typeface="Arial"/>
                <a:sym typeface="Arial"/>
              </a:rPr>
              <a:t>monthly retention </a:t>
            </a:r>
            <a:r>
              <a:rPr b="0" i="0" lang="en-GB" sz="1100" u="none" cap="none" strike="noStrike">
                <a:solidFill>
                  <a:schemeClr val="dk1"/>
                </a:solidFill>
                <a:latin typeface="Arial"/>
                <a:ea typeface="Arial"/>
                <a:cs typeface="Arial"/>
                <a:sym typeface="Arial"/>
              </a:rPr>
              <a:t>for users who subscribed to a </a:t>
            </a:r>
            <a:r>
              <a:rPr b="1" i="0" lang="en-GB" sz="1100" u="none" cap="none" strike="noStrike">
                <a:solidFill>
                  <a:schemeClr val="dk1"/>
                </a:solidFill>
                <a:latin typeface="Arial"/>
                <a:ea typeface="Arial"/>
                <a:cs typeface="Arial"/>
                <a:sym typeface="Arial"/>
              </a:rPr>
              <a:t>1-month plan</a:t>
            </a:r>
            <a:endParaRPr b="1" i="0" sz="1100" u="none" cap="none" strike="noStrike">
              <a:solidFill>
                <a:schemeClr val="dk1"/>
              </a:solidFill>
              <a:latin typeface="Arial"/>
              <a:ea typeface="Arial"/>
              <a:cs typeface="Arial"/>
              <a:sym typeface="Arial"/>
            </a:endParaRPr>
          </a:p>
          <a:p>
            <a:pPr indent="0" lvl="0" marL="1371600" marR="0" rtl="0" algn="l">
              <a:lnSpc>
                <a:spcPct val="115000"/>
              </a:lnSpc>
              <a:spcBef>
                <a:spcPts val="0"/>
              </a:spcBef>
              <a:spcAft>
                <a:spcPts val="0"/>
              </a:spcAft>
              <a:buClr>
                <a:schemeClr val="dk1"/>
              </a:buClr>
              <a:buSzPts val="1100"/>
              <a:buFont typeface="Arial"/>
              <a:buNone/>
            </a:pPr>
            <a:r>
              <a:rPr b="0" i="0" lang="en-GB" sz="1100" u="none" cap="none" strike="noStrike">
                <a:solidFill>
                  <a:schemeClr val="dk1"/>
                </a:solidFill>
                <a:latin typeface="Arial"/>
                <a:ea typeface="Arial"/>
                <a:cs typeface="Arial"/>
                <a:sym typeface="Arial"/>
              </a:rPr>
              <a:t>(cohorts should be based on the month users first subscribed)</a:t>
            </a:r>
            <a:endParaRPr b="0" i="0" sz="1100" u="none" cap="none" strike="noStrike">
              <a:solidFill>
                <a:schemeClr val="dk1"/>
              </a:solidFill>
              <a:latin typeface="Arial"/>
              <a:ea typeface="Arial"/>
              <a:cs typeface="Arial"/>
              <a:sym typeface="Arial"/>
            </a:endParaRPr>
          </a:p>
          <a:p>
            <a:pPr indent="0" lvl="0" marL="1371600" marR="0" rtl="0" algn="l">
              <a:lnSpc>
                <a:spcPct val="115000"/>
              </a:lnSpc>
              <a:spcBef>
                <a:spcPts val="0"/>
              </a:spcBef>
              <a:spcAft>
                <a:spcPts val="0"/>
              </a:spcAft>
              <a:buClr>
                <a:schemeClr val="dk1"/>
              </a:buClr>
              <a:buSzPts val="1100"/>
              <a:buFont typeface="Arial"/>
              <a:buNone/>
            </a:pPr>
            <a:r>
              <a:rPr b="0" i="0" lang="en-GB" sz="1650" u="none" cap="none" strike="noStrike">
                <a:solidFill>
                  <a:srgbClr val="474747"/>
                </a:solidFill>
                <a:latin typeface="Arial"/>
                <a:ea typeface="Arial"/>
                <a:cs typeface="Arial"/>
                <a:sym typeface="Arial"/>
              </a:rPr>
              <a:t>- </a:t>
            </a:r>
            <a:r>
              <a:rPr b="0" i="0" lang="en-GB" sz="1100" u="none" cap="none" strike="noStrike">
                <a:solidFill>
                  <a:schemeClr val="dk1"/>
                </a:solidFill>
                <a:latin typeface="Arial"/>
                <a:ea typeface="Arial"/>
                <a:cs typeface="Arial"/>
                <a:sym typeface="Arial"/>
              </a:rPr>
              <a:t>Calculate LTV:</a:t>
            </a:r>
            <a:endParaRPr b="0" i="0" sz="1100" u="none" cap="none" strike="noStrike">
              <a:solidFill>
                <a:schemeClr val="dk1"/>
              </a:solidFill>
              <a:latin typeface="Arial"/>
              <a:ea typeface="Arial"/>
              <a:cs typeface="Arial"/>
              <a:sym typeface="Arial"/>
            </a:endParaRPr>
          </a:p>
          <a:p>
            <a:pPr indent="0" lvl="0" marL="1371600" marR="0" rtl="0" algn="l">
              <a:lnSpc>
                <a:spcPct val="115000"/>
              </a:lnSpc>
              <a:spcBef>
                <a:spcPts val="0"/>
              </a:spcBef>
              <a:spcAft>
                <a:spcPts val="0"/>
              </a:spcAft>
              <a:buClr>
                <a:schemeClr val="dk1"/>
              </a:buClr>
              <a:buSzPts val="1100"/>
              <a:buFont typeface="Arial"/>
              <a:buNone/>
            </a:pPr>
            <a:r>
              <a:rPr b="0" i="0" lang="en-GB" sz="1100" u="none" cap="none" strike="noStrike">
                <a:solidFill>
                  <a:srgbClr val="474747"/>
                </a:solidFill>
                <a:latin typeface="Courier New"/>
                <a:ea typeface="Courier New"/>
                <a:cs typeface="Courier New"/>
                <a:sym typeface="Courier New"/>
              </a:rPr>
              <a:t>o </a:t>
            </a:r>
            <a:r>
              <a:rPr b="1" i="0" lang="en-GB" sz="1100" u="none" cap="none" strike="noStrike">
                <a:solidFill>
                  <a:schemeClr val="dk1"/>
                </a:solidFill>
                <a:latin typeface="Arial"/>
                <a:ea typeface="Arial"/>
                <a:cs typeface="Arial"/>
                <a:sym typeface="Arial"/>
              </a:rPr>
              <a:t>4-month LTV </a:t>
            </a:r>
            <a:r>
              <a:rPr b="0" i="0" lang="en-GB" sz="1100" u="none" cap="none" strike="noStrike">
                <a:solidFill>
                  <a:schemeClr val="dk1"/>
                </a:solidFill>
                <a:latin typeface="Arial"/>
                <a:ea typeface="Arial"/>
                <a:cs typeface="Arial"/>
                <a:sym typeface="Arial"/>
              </a:rPr>
              <a:t>for each of the three traffic sources (totally for 4 months and</a:t>
            </a:r>
            <a:endParaRPr b="0" i="0" sz="1100" u="none" cap="none" strike="noStrike">
              <a:solidFill>
                <a:schemeClr val="dk1"/>
              </a:solidFill>
              <a:latin typeface="Arial"/>
              <a:ea typeface="Arial"/>
              <a:cs typeface="Arial"/>
              <a:sym typeface="Arial"/>
            </a:endParaRPr>
          </a:p>
          <a:p>
            <a:pPr indent="0" lvl="0" marL="1371600" marR="0" rtl="0" algn="l">
              <a:lnSpc>
                <a:spcPct val="115000"/>
              </a:lnSpc>
              <a:spcBef>
                <a:spcPts val="0"/>
              </a:spcBef>
              <a:spcAft>
                <a:spcPts val="0"/>
              </a:spcAft>
              <a:buClr>
                <a:schemeClr val="dk1"/>
              </a:buClr>
              <a:buSzPts val="1100"/>
              <a:buFont typeface="Arial"/>
              <a:buNone/>
            </a:pPr>
            <a:r>
              <a:rPr b="0" i="0" lang="en-GB" sz="1100" u="none" cap="none" strike="noStrike">
                <a:solidFill>
                  <a:schemeClr val="dk1"/>
                </a:solidFill>
                <a:latin typeface="Arial"/>
                <a:ea typeface="Arial"/>
                <a:cs typeface="Arial"/>
                <a:sym typeface="Arial"/>
              </a:rPr>
              <a:t>separately for each month) + a weighted average LTV across all sources</a:t>
            </a:r>
            <a:endParaRPr b="0" i="0" sz="1100" u="none" cap="none" strike="noStrike">
              <a:solidFill>
                <a:schemeClr val="dk1"/>
              </a:solidFill>
              <a:latin typeface="Arial"/>
              <a:ea typeface="Arial"/>
              <a:cs typeface="Arial"/>
              <a:sym typeface="Arial"/>
            </a:endParaRPr>
          </a:p>
          <a:p>
            <a:pPr indent="0" lvl="0" marL="1371600" marR="0" rtl="0" algn="l">
              <a:lnSpc>
                <a:spcPct val="115000"/>
              </a:lnSpc>
              <a:spcBef>
                <a:spcPts val="0"/>
              </a:spcBef>
              <a:spcAft>
                <a:spcPts val="0"/>
              </a:spcAft>
              <a:buClr>
                <a:schemeClr val="dk1"/>
              </a:buClr>
              <a:buSzPts val="1100"/>
              <a:buFont typeface="Arial"/>
              <a:buNone/>
            </a:pPr>
            <a:r>
              <a:rPr b="0" i="0" lang="en-GB" sz="1100" u="none" cap="none" strike="noStrike">
                <a:solidFill>
                  <a:srgbClr val="474747"/>
                </a:solidFill>
                <a:latin typeface="Courier New"/>
                <a:ea typeface="Courier New"/>
                <a:cs typeface="Courier New"/>
                <a:sym typeface="Courier New"/>
              </a:rPr>
              <a:t>o </a:t>
            </a:r>
            <a:r>
              <a:rPr b="1" i="0" lang="en-GB" sz="1100" u="none" cap="none" strike="noStrike">
                <a:solidFill>
                  <a:schemeClr val="dk1"/>
                </a:solidFill>
                <a:latin typeface="Arial"/>
                <a:ea typeface="Arial"/>
                <a:cs typeface="Arial"/>
                <a:sym typeface="Arial"/>
              </a:rPr>
              <a:t>Make a projection of LTV </a:t>
            </a:r>
            <a:r>
              <a:rPr b="0" i="0" lang="en-GB" sz="1100" u="none" cap="none" strike="noStrike">
                <a:solidFill>
                  <a:schemeClr val="dk1"/>
                </a:solidFill>
                <a:latin typeface="Arial"/>
                <a:ea typeface="Arial"/>
                <a:cs typeface="Arial"/>
                <a:sym typeface="Arial"/>
              </a:rPr>
              <a:t>for the rest of 8 months and </a:t>
            </a:r>
            <a:r>
              <a:rPr b="1" i="0" lang="en-GB" sz="1100" u="none" cap="none" strike="noStrike">
                <a:solidFill>
                  <a:schemeClr val="dk1"/>
                </a:solidFill>
                <a:latin typeface="Arial"/>
                <a:ea typeface="Arial"/>
                <a:cs typeface="Arial"/>
                <a:sym typeface="Arial"/>
              </a:rPr>
              <a:t>calculate 12-month</a:t>
            </a:r>
            <a:endParaRPr b="1" i="0" sz="1100" u="none" cap="none" strike="noStrike">
              <a:solidFill>
                <a:schemeClr val="dk1"/>
              </a:solidFill>
              <a:latin typeface="Arial"/>
              <a:ea typeface="Arial"/>
              <a:cs typeface="Arial"/>
              <a:sym typeface="Arial"/>
            </a:endParaRPr>
          </a:p>
          <a:p>
            <a:pPr indent="0" lvl="0" marL="1371600" marR="0" rtl="0" algn="l">
              <a:lnSpc>
                <a:spcPct val="115000"/>
              </a:lnSpc>
              <a:spcBef>
                <a:spcPts val="0"/>
              </a:spcBef>
              <a:spcAft>
                <a:spcPts val="0"/>
              </a:spcAft>
              <a:buClr>
                <a:schemeClr val="dk1"/>
              </a:buClr>
              <a:buSzPts val="1100"/>
              <a:buFont typeface="Arial"/>
              <a:buNone/>
            </a:pPr>
            <a:r>
              <a:rPr b="1" i="0" lang="en-GB" sz="1100" u="none" cap="none" strike="noStrike">
                <a:solidFill>
                  <a:schemeClr val="dk1"/>
                </a:solidFill>
                <a:latin typeface="Arial"/>
                <a:ea typeface="Arial"/>
                <a:cs typeface="Arial"/>
                <a:sym typeface="Arial"/>
              </a:rPr>
              <a:t>LTV</a:t>
            </a:r>
            <a:endParaRPr b="1" i="0" sz="1100" u="none" cap="none" strike="noStrike">
              <a:solidFill>
                <a:schemeClr val="dk1"/>
              </a:solidFill>
              <a:latin typeface="Arial"/>
              <a:ea typeface="Arial"/>
              <a:cs typeface="Arial"/>
              <a:sym typeface="Arial"/>
            </a:endParaRPr>
          </a:p>
          <a:p>
            <a:pPr indent="0" lvl="0" marL="1371600" marR="0" rtl="0" algn="l">
              <a:lnSpc>
                <a:spcPct val="115000"/>
              </a:lnSpc>
              <a:spcBef>
                <a:spcPts val="0"/>
              </a:spcBef>
              <a:spcAft>
                <a:spcPts val="0"/>
              </a:spcAft>
              <a:buClr>
                <a:schemeClr val="dk1"/>
              </a:buClr>
              <a:buSzPts val="1100"/>
              <a:buFont typeface="Arial"/>
              <a:buNone/>
            </a:pPr>
            <a:r>
              <a:rPr b="0" i="0" lang="en-GB" sz="1100" u="none" cap="none" strike="noStrike">
                <a:solidFill>
                  <a:schemeClr val="dk1"/>
                </a:solidFill>
                <a:latin typeface="Arial"/>
                <a:ea typeface="Arial"/>
                <a:cs typeface="Arial"/>
                <a:sym typeface="Arial"/>
              </a:rPr>
              <a:t>*Note: LTV should include totally and separately: 1) Subscription and 2) Token</a:t>
            </a:r>
            <a:endParaRPr b="0" i="0" sz="1100" u="none" cap="none" strike="noStrike">
              <a:solidFill>
                <a:schemeClr val="dk1"/>
              </a:solidFill>
              <a:latin typeface="Arial"/>
              <a:ea typeface="Arial"/>
              <a:cs typeface="Arial"/>
              <a:sym typeface="Arial"/>
            </a:endParaRPr>
          </a:p>
          <a:p>
            <a:pPr indent="0" lvl="0" marL="1371600" marR="0" rtl="0" algn="l">
              <a:lnSpc>
                <a:spcPct val="115000"/>
              </a:lnSpc>
              <a:spcBef>
                <a:spcPts val="0"/>
              </a:spcBef>
              <a:spcAft>
                <a:spcPts val="0"/>
              </a:spcAft>
              <a:buClr>
                <a:schemeClr val="dk1"/>
              </a:buClr>
              <a:buSzPts val="1100"/>
              <a:buFont typeface="Arial"/>
              <a:buNone/>
            </a:pPr>
            <a:r>
              <a:rPr b="0" i="0" lang="en-GB" sz="1100" u="none" cap="none" strike="noStrike">
                <a:solidFill>
                  <a:schemeClr val="dk1"/>
                </a:solidFill>
                <a:latin typeface="Arial"/>
                <a:ea typeface="Arial"/>
                <a:cs typeface="Arial"/>
                <a:sym typeface="Arial"/>
              </a:rPr>
              <a:t>Purchase</a:t>
            </a:r>
            <a:endParaRPr b="0" i="0" sz="1100" u="none" cap="none" strike="noStrike">
              <a:solidFill>
                <a:schemeClr val="dk1"/>
              </a:solidFill>
              <a:latin typeface="Arial"/>
              <a:ea typeface="Arial"/>
              <a:cs typeface="Arial"/>
              <a:sym typeface="Arial"/>
            </a:endParaRPr>
          </a:p>
          <a:p>
            <a:pPr indent="0" lvl="0" marL="1371600" marR="0" rtl="0" algn="l">
              <a:lnSpc>
                <a:spcPct val="115000"/>
              </a:lnSpc>
              <a:spcBef>
                <a:spcPts val="0"/>
              </a:spcBef>
              <a:spcAft>
                <a:spcPts val="0"/>
              </a:spcAft>
              <a:buClr>
                <a:schemeClr val="dk1"/>
              </a:buClr>
              <a:buSzPts val="1100"/>
              <a:buFont typeface="Arial"/>
              <a:buNone/>
            </a:pPr>
            <a:r>
              <a:rPr b="0" i="0" lang="en-GB" sz="1100" u="none" cap="none" strike="noStrike">
                <a:solidFill>
                  <a:srgbClr val="474747"/>
                </a:solidFill>
                <a:latin typeface="Arial"/>
                <a:ea typeface="Arial"/>
                <a:cs typeface="Arial"/>
                <a:sym typeface="Arial"/>
              </a:rPr>
              <a:t>- </a:t>
            </a:r>
            <a:r>
              <a:rPr b="0" i="0" lang="en-GB" sz="1100" u="none" cap="none" strike="noStrike">
                <a:solidFill>
                  <a:schemeClr val="dk1"/>
                </a:solidFill>
                <a:latin typeface="Arial"/>
                <a:ea typeface="Arial"/>
                <a:cs typeface="Arial"/>
                <a:sym typeface="Arial"/>
              </a:rPr>
              <a:t>Propose </a:t>
            </a:r>
            <a:r>
              <a:rPr b="1" i="0" lang="en-GB" sz="1100" u="none" cap="none" strike="noStrike">
                <a:solidFill>
                  <a:schemeClr val="dk1"/>
                </a:solidFill>
                <a:latin typeface="Arial"/>
                <a:ea typeface="Arial"/>
                <a:cs typeface="Arial"/>
                <a:sym typeface="Arial"/>
              </a:rPr>
              <a:t>your own LTV breakdown </a:t>
            </a:r>
            <a:r>
              <a:rPr b="0" i="0" lang="en-GB" sz="1100" u="none" cap="none" strike="noStrike">
                <a:solidFill>
                  <a:schemeClr val="dk1"/>
                </a:solidFill>
                <a:latin typeface="Arial"/>
                <a:ea typeface="Arial"/>
                <a:cs typeface="Arial"/>
                <a:sym typeface="Arial"/>
              </a:rPr>
              <a:t>and </a:t>
            </a:r>
            <a:r>
              <a:rPr b="1" i="0" lang="en-GB" sz="1100" u="none" cap="none" strike="noStrike">
                <a:solidFill>
                  <a:schemeClr val="dk1"/>
                </a:solidFill>
                <a:latin typeface="Arial"/>
                <a:ea typeface="Arial"/>
                <a:cs typeface="Arial"/>
                <a:sym typeface="Arial"/>
              </a:rPr>
              <a:t>explain why </a:t>
            </a:r>
            <a:r>
              <a:rPr b="0" i="0" lang="en-GB" sz="1100" u="none" cap="none" strike="noStrike">
                <a:solidFill>
                  <a:schemeClr val="dk1"/>
                </a:solidFill>
                <a:latin typeface="Arial"/>
                <a:ea typeface="Arial"/>
                <a:cs typeface="Arial"/>
                <a:sym typeface="Arial"/>
              </a:rPr>
              <a:t>this breakdown is</a:t>
            </a:r>
            <a:endParaRPr b="0" i="0" sz="1100" u="none" cap="none" strike="noStrike">
              <a:solidFill>
                <a:schemeClr val="dk1"/>
              </a:solidFill>
              <a:latin typeface="Arial"/>
              <a:ea typeface="Arial"/>
              <a:cs typeface="Arial"/>
              <a:sym typeface="Arial"/>
            </a:endParaRPr>
          </a:p>
          <a:p>
            <a:pPr indent="0" lvl="0" marL="1371600" marR="0" rtl="0" algn="l">
              <a:lnSpc>
                <a:spcPct val="115000"/>
              </a:lnSpc>
              <a:spcBef>
                <a:spcPts val="0"/>
              </a:spcBef>
              <a:spcAft>
                <a:spcPts val="0"/>
              </a:spcAft>
              <a:buClr>
                <a:schemeClr val="dk1"/>
              </a:buClr>
              <a:buSzPts val="1100"/>
              <a:buFont typeface="Arial"/>
              <a:buNone/>
            </a:pPr>
            <a:r>
              <a:rPr b="0" i="0" lang="en-GB" sz="1100" u="none" cap="none" strike="noStrike">
                <a:solidFill>
                  <a:schemeClr val="dk1"/>
                </a:solidFill>
                <a:latin typeface="Arial"/>
                <a:ea typeface="Arial"/>
                <a:cs typeface="Arial"/>
                <a:sym typeface="Arial"/>
              </a:rPr>
              <a:t>interesting</a:t>
            </a:r>
            <a:endParaRPr b="0" i="0" sz="1100" u="none" cap="none" strike="noStrike">
              <a:solidFill>
                <a:schemeClr val="dk1"/>
              </a:solidFill>
              <a:latin typeface="Arial"/>
              <a:ea typeface="Arial"/>
              <a:cs typeface="Arial"/>
              <a:sym typeface="Arial"/>
            </a:endParaRPr>
          </a:p>
          <a:p>
            <a:pPr indent="0" lvl="0" marL="1371600" marR="0" rtl="0" algn="l">
              <a:lnSpc>
                <a:spcPct val="115000"/>
              </a:lnSpc>
              <a:spcBef>
                <a:spcPts val="0"/>
              </a:spcBef>
              <a:spcAft>
                <a:spcPts val="0"/>
              </a:spcAft>
              <a:buClr>
                <a:schemeClr val="dk1"/>
              </a:buClr>
              <a:buSzPts val="1100"/>
              <a:buFont typeface="Arial"/>
              <a:buNone/>
            </a:pPr>
            <a:r>
              <a:rPr b="0" i="0" lang="en-GB" sz="1100" u="none" cap="none" strike="noStrike">
                <a:solidFill>
                  <a:srgbClr val="474747"/>
                </a:solidFill>
                <a:latin typeface="Arial"/>
                <a:ea typeface="Arial"/>
                <a:cs typeface="Arial"/>
                <a:sym typeface="Arial"/>
              </a:rPr>
              <a:t>- </a:t>
            </a:r>
            <a:r>
              <a:rPr b="0" i="0" lang="en-GB" sz="1100" u="none" cap="none" strike="noStrike">
                <a:solidFill>
                  <a:schemeClr val="dk1"/>
                </a:solidFill>
                <a:latin typeface="Arial"/>
                <a:ea typeface="Arial"/>
                <a:cs typeface="Arial"/>
                <a:sym typeface="Arial"/>
              </a:rPr>
              <a:t>What conclusions can be drawn from the obtained results (please explicitly</a:t>
            </a:r>
            <a:endParaRPr b="0" i="0" sz="1100" u="none" cap="none" strike="noStrike">
              <a:solidFill>
                <a:schemeClr val="dk1"/>
              </a:solidFill>
              <a:latin typeface="Arial"/>
              <a:ea typeface="Arial"/>
              <a:cs typeface="Arial"/>
              <a:sym typeface="Arial"/>
            </a:endParaRPr>
          </a:p>
          <a:p>
            <a:pPr indent="0" lvl="0" marL="1371600" marR="0" rtl="0" algn="l">
              <a:lnSpc>
                <a:spcPct val="115000"/>
              </a:lnSpc>
              <a:spcBef>
                <a:spcPts val="0"/>
              </a:spcBef>
              <a:spcAft>
                <a:spcPts val="0"/>
              </a:spcAft>
              <a:buClr>
                <a:schemeClr val="dk1"/>
              </a:buClr>
              <a:buSzPts val="1100"/>
              <a:buFont typeface="Arial"/>
              <a:buNone/>
            </a:pPr>
            <a:r>
              <a:rPr b="0" i="0" lang="en-GB" sz="1100" u="none" cap="none" strike="noStrike">
                <a:solidFill>
                  <a:schemeClr val="dk1"/>
                </a:solidFill>
                <a:latin typeface="Arial"/>
                <a:ea typeface="Arial"/>
                <a:cs typeface="Arial"/>
                <a:sym typeface="Arial"/>
              </a:rPr>
              <a:t>describe)</a:t>
            </a:r>
            <a:endParaRPr b="0" i="0" sz="1100" u="none" cap="none" strike="noStrike">
              <a:solidFill>
                <a:schemeClr val="dk1"/>
              </a:solidFill>
              <a:latin typeface="Arial"/>
              <a:ea typeface="Arial"/>
              <a:cs typeface="Arial"/>
              <a:sym typeface="Arial"/>
            </a:endParaRPr>
          </a:p>
          <a:p>
            <a:pPr indent="0" lvl="0" marL="1371600" marR="0" rtl="0" algn="l">
              <a:lnSpc>
                <a:spcPct val="115000"/>
              </a:lnSpc>
              <a:spcBef>
                <a:spcPts val="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a:p>
            <a:pPr indent="0" lvl="0" marL="457200" marR="0" rtl="0" algn="l">
              <a:lnSpc>
                <a:spcPct val="115000"/>
              </a:lnSpc>
              <a:spcBef>
                <a:spcPts val="6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g391816a8c60_0_0"/>
          <p:cNvSpPr/>
          <p:nvPr/>
        </p:nvSpPr>
        <p:spPr>
          <a:xfrm>
            <a:off x="216925" y="111975"/>
            <a:ext cx="8541300" cy="4884300"/>
          </a:xfrm>
          <a:prstGeom prst="roundRect">
            <a:avLst>
              <a:gd fmla="val 5901" name="adj"/>
            </a:avLst>
          </a:prstGeom>
          <a:solidFill>
            <a:srgbClr val="FFF4EF"/>
          </a:solidFill>
          <a:ln>
            <a:noFill/>
          </a:ln>
        </p:spPr>
        <p:txBody>
          <a:bodyPr anchorCtr="0" anchor="ctr" bIns="91425" lIns="91425" spcFirstLastPara="1" rIns="91425" wrap="square" tIns="91425">
            <a:noAutofit/>
          </a:bodyPr>
          <a:lstStyle/>
          <a:p>
            <a:pPr indent="457200" lvl="0" marL="0" marR="0" rtl="0" algn="l">
              <a:lnSpc>
                <a:spcPct val="100000"/>
              </a:lnSpc>
              <a:spcBef>
                <a:spcPts val="0"/>
              </a:spcBef>
              <a:spcAft>
                <a:spcPts val="0"/>
              </a:spcAft>
              <a:buClr>
                <a:srgbClr val="000000"/>
              </a:buClr>
              <a:buSzPts val="2300"/>
              <a:buFont typeface="Arial"/>
              <a:buNone/>
            </a:pPr>
            <a:r>
              <a:rPr b="0" i="0" lang="en-GB" sz="2300" u="none" cap="none" strike="noStrike">
                <a:solidFill>
                  <a:srgbClr val="FE4C28"/>
                </a:solidFill>
                <a:latin typeface="Manrope"/>
                <a:ea typeface="Manrope"/>
                <a:cs typeface="Manrope"/>
                <a:sym typeface="Manrope"/>
              </a:rPr>
              <a:t>🧭 Background</a:t>
            </a:r>
            <a:endParaRPr b="0" i="0" sz="2500" u="none" cap="none" strike="noStrike">
              <a:solidFill>
                <a:srgbClr val="FE4C28"/>
              </a:solidFill>
              <a:latin typeface="Arial"/>
              <a:ea typeface="Arial"/>
              <a:cs typeface="Arial"/>
              <a:sym typeface="Arial"/>
            </a:endParaRPr>
          </a:p>
          <a:p>
            <a:pPr indent="0" lvl="0" marL="457200" marR="0" rtl="0" algn="l">
              <a:lnSpc>
                <a:spcPct val="115000"/>
              </a:lnSpc>
              <a:spcBef>
                <a:spcPts val="600"/>
              </a:spcBef>
              <a:spcAft>
                <a:spcPts val="0"/>
              </a:spcAft>
              <a:buClr>
                <a:srgbClr val="000000"/>
              </a:buClr>
              <a:buSzPts val="1100"/>
              <a:buFont typeface="Arial"/>
              <a:buNone/>
            </a:pPr>
            <a:br>
              <a:rPr b="0" i="0" lang="en-GB" sz="1100" u="none" cap="none" strike="noStrike">
                <a:solidFill>
                  <a:schemeClr val="dk1"/>
                </a:solidFill>
                <a:latin typeface="Manrope"/>
                <a:ea typeface="Manrope"/>
                <a:cs typeface="Manrope"/>
                <a:sym typeface="Manrope"/>
              </a:rPr>
            </a:br>
            <a:r>
              <a:rPr lang="en-GB" sz="1200">
                <a:solidFill>
                  <a:schemeClr val="dk1"/>
                </a:solidFill>
                <a:latin typeface="Manrope"/>
                <a:ea typeface="Manrope"/>
                <a:cs typeface="Manrope"/>
                <a:sym typeface="Manrope"/>
              </a:rPr>
              <a:t>Our food detection app helps users identify dishes through image recognition. We've implemented an experiment to improve the user experience by enhancing how dish names are displayed to users.</a:t>
            </a:r>
            <a:endParaRPr sz="1200">
              <a:solidFill>
                <a:schemeClr val="dk1"/>
              </a:solidFill>
              <a:latin typeface="Manrope"/>
              <a:ea typeface="Manrope"/>
              <a:cs typeface="Manrope"/>
              <a:sym typeface="Manrope"/>
            </a:endParaRPr>
          </a:p>
          <a:p>
            <a:pPr indent="0" lvl="0" marL="457200" marR="0" rtl="0" algn="l">
              <a:lnSpc>
                <a:spcPct val="115000"/>
              </a:lnSpc>
              <a:spcBef>
                <a:spcPts val="600"/>
              </a:spcBef>
              <a:spcAft>
                <a:spcPts val="0"/>
              </a:spcAft>
              <a:buClr>
                <a:srgbClr val="000000"/>
              </a:buClr>
              <a:buSzPts val="1100"/>
              <a:buFont typeface="Arial"/>
              <a:buNone/>
            </a:pPr>
            <a:r>
              <a:rPr b="1" lang="en-GB" sz="1200">
                <a:solidFill>
                  <a:schemeClr val="dk1"/>
                </a:solidFill>
                <a:latin typeface="Manrope"/>
                <a:ea typeface="Manrope"/>
                <a:cs typeface="Manrope"/>
                <a:sym typeface="Manrope"/>
              </a:rPr>
              <a:t>Hypothesis</a:t>
            </a:r>
            <a:endParaRPr b="1" sz="1200">
              <a:solidFill>
                <a:schemeClr val="dk1"/>
              </a:solidFill>
              <a:latin typeface="Manrope"/>
              <a:ea typeface="Manrope"/>
              <a:cs typeface="Manrope"/>
              <a:sym typeface="Manrope"/>
            </a:endParaRPr>
          </a:p>
          <a:p>
            <a:pPr indent="0" lvl="0" marL="457200" marR="0" rtl="0" algn="l">
              <a:lnSpc>
                <a:spcPct val="115000"/>
              </a:lnSpc>
              <a:spcBef>
                <a:spcPts val="600"/>
              </a:spcBef>
              <a:spcAft>
                <a:spcPts val="0"/>
              </a:spcAft>
              <a:buClr>
                <a:srgbClr val="000000"/>
              </a:buClr>
              <a:buSzPts val="1100"/>
              <a:buFont typeface="Arial"/>
              <a:buNone/>
            </a:pPr>
            <a:r>
              <a:rPr lang="en-GB" sz="1200">
                <a:solidFill>
                  <a:schemeClr val="dk1"/>
                </a:solidFill>
                <a:latin typeface="Manrope"/>
                <a:ea typeface="Manrope"/>
                <a:cs typeface="Manrope"/>
                <a:sym typeface="Manrope"/>
              </a:rPr>
              <a:t>If we provide more relevant common dish names, add localized names in key languages, and include alternative names for dishes (since one dish can have multiple names), then users will better recognize their dishes (as they often know the names), which should improve identification ratings and conversion to purchase.</a:t>
            </a:r>
            <a:endParaRPr sz="1200">
              <a:solidFill>
                <a:schemeClr val="dk1"/>
              </a:solidFill>
              <a:latin typeface="Manrope"/>
              <a:ea typeface="Manrope"/>
              <a:cs typeface="Manrope"/>
              <a:sym typeface="Manrope"/>
            </a:endParaRPr>
          </a:p>
          <a:p>
            <a:pPr indent="0" lvl="0" marL="457200" marR="0" rtl="0" algn="l">
              <a:lnSpc>
                <a:spcPct val="115000"/>
              </a:lnSpc>
              <a:spcBef>
                <a:spcPts val="600"/>
              </a:spcBef>
              <a:spcAft>
                <a:spcPts val="0"/>
              </a:spcAft>
              <a:buClr>
                <a:srgbClr val="000000"/>
              </a:buClr>
              <a:buSzPts val="1100"/>
              <a:buFont typeface="Arial"/>
              <a:buNone/>
            </a:pPr>
            <a:r>
              <a:t/>
            </a:r>
            <a:endParaRPr sz="1200">
              <a:solidFill>
                <a:schemeClr val="dk1"/>
              </a:solidFill>
              <a:latin typeface="Manrope"/>
              <a:ea typeface="Manrope"/>
              <a:cs typeface="Manrope"/>
              <a:sym typeface="Manrope"/>
            </a:endParaRPr>
          </a:p>
          <a:p>
            <a:pPr indent="0" lvl="0" marL="457200" marR="0" rtl="0" algn="l">
              <a:lnSpc>
                <a:spcPct val="115000"/>
              </a:lnSpc>
              <a:spcBef>
                <a:spcPts val="600"/>
              </a:spcBef>
              <a:spcAft>
                <a:spcPts val="0"/>
              </a:spcAft>
              <a:buClr>
                <a:srgbClr val="000000"/>
              </a:buClr>
              <a:buSzPts val="1100"/>
              <a:buFont typeface="Arial"/>
              <a:buNone/>
            </a:pPr>
            <a:r>
              <a:t/>
            </a:r>
            <a:endParaRPr sz="1200">
              <a:solidFill>
                <a:schemeClr val="dk1"/>
              </a:solidFill>
              <a:latin typeface="Manrope"/>
              <a:ea typeface="Manrope"/>
              <a:cs typeface="Manrope"/>
              <a:sym typeface="Manrope"/>
            </a:endParaRPr>
          </a:p>
          <a:p>
            <a:pPr indent="0" lvl="0" marL="457200" marR="0" rtl="0" algn="l">
              <a:lnSpc>
                <a:spcPct val="115000"/>
              </a:lnSpc>
              <a:spcBef>
                <a:spcPts val="600"/>
              </a:spcBef>
              <a:spcAft>
                <a:spcPts val="0"/>
              </a:spcAft>
              <a:buClr>
                <a:srgbClr val="000000"/>
              </a:buClr>
              <a:buSzPts val="1100"/>
              <a:buFont typeface="Arial"/>
              <a:buNone/>
            </a:pPr>
            <a:r>
              <a:rPr lang="en-GB" sz="2300">
                <a:solidFill>
                  <a:srgbClr val="FE4C28"/>
                </a:solidFill>
                <a:latin typeface="Manrope"/>
                <a:ea typeface="Manrope"/>
                <a:cs typeface="Manrope"/>
                <a:sym typeface="Manrope"/>
              </a:rPr>
              <a:t>🔢 Data</a:t>
            </a:r>
            <a:endParaRPr sz="1200">
              <a:solidFill>
                <a:schemeClr val="dk1"/>
              </a:solidFill>
              <a:latin typeface="Manrope"/>
              <a:ea typeface="Manrope"/>
              <a:cs typeface="Manrope"/>
              <a:sym typeface="Manrope"/>
            </a:endParaRPr>
          </a:p>
          <a:p>
            <a:pPr indent="0" lvl="0" marL="457200" marR="0" rtl="0" algn="l">
              <a:lnSpc>
                <a:spcPct val="115000"/>
              </a:lnSpc>
              <a:spcBef>
                <a:spcPts val="600"/>
              </a:spcBef>
              <a:spcAft>
                <a:spcPts val="0"/>
              </a:spcAft>
              <a:buClr>
                <a:srgbClr val="000000"/>
              </a:buClr>
              <a:buSzPts val="1100"/>
              <a:buFont typeface="Arial"/>
              <a:buNone/>
            </a:pPr>
            <a:r>
              <a:rPr lang="en-GB" sz="1200">
                <a:solidFill>
                  <a:schemeClr val="dk1"/>
                </a:solidFill>
                <a:latin typeface="Manrope"/>
                <a:ea typeface="Manrope"/>
                <a:cs typeface="Manrope"/>
                <a:sym typeface="Manrope"/>
              </a:rPr>
              <a:t>	</a:t>
            </a:r>
            <a:endParaRPr sz="1200">
              <a:solidFill>
                <a:schemeClr val="dk1"/>
              </a:solidFill>
              <a:latin typeface="Manrope"/>
              <a:ea typeface="Manrope"/>
              <a:cs typeface="Manrope"/>
              <a:sym typeface="Manrope"/>
            </a:endParaRPr>
          </a:p>
          <a:p>
            <a:pPr indent="457200" lvl="0" marL="0" rtl="0" algn="l">
              <a:lnSpc>
                <a:spcPct val="115000"/>
              </a:lnSpc>
              <a:spcBef>
                <a:spcPts val="1200"/>
              </a:spcBef>
              <a:spcAft>
                <a:spcPts val="0"/>
              </a:spcAft>
              <a:buClr>
                <a:schemeClr val="dk1"/>
              </a:buClr>
              <a:buSzPts val="1100"/>
              <a:buFont typeface="Arial"/>
              <a:buNone/>
            </a:pPr>
            <a:r>
              <a:rPr lang="en-GB" sz="1200" u="sng">
                <a:solidFill>
                  <a:schemeClr val="hlink"/>
                </a:solidFill>
                <a:latin typeface="Manrope"/>
                <a:ea typeface="Manrope"/>
                <a:cs typeface="Manrope"/>
                <a:sym typeface="Manrope"/>
                <a:hlinkClick r:id="rId3"/>
              </a:rPr>
              <a:t>https://drive.google.com/file/d/1gbqO0Uv5p-WT7fDZtrCni2qSCg31m_YU/view?usp=sharing</a:t>
            </a:r>
            <a:endParaRPr sz="1200">
              <a:solidFill>
                <a:schemeClr val="dk1"/>
              </a:solidFill>
              <a:latin typeface="Manrope"/>
              <a:ea typeface="Manrope"/>
              <a:cs typeface="Manrope"/>
              <a:sym typeface="Manrope"/>
            </a:endParaRPr>
          </a:p>
          <a:p>
            <a:pPr indent="0" lvl="0" marL="457200" marR="0" rtl="0" algn="l">
              <a:lnSpc>
                <a:spcPct val="115000"/>
              </a:lnSpc>
              <a:spcBef>
                <a:spcPts val="1200"/>
              </a:spcBef>
              <a:spcAft>
                <a:spcPts val="0"/>
              </a:spcAft>
              <a:buClr>
                <a:srgbClr val="000000"/>
              </a:buClr>
              <a:buSzPts val="1100"/>
              <a:buFont typeface="Arial"/>
              <a:buNone/>
            </a:pPr>
            <a:r>
              <a:t/>
            </a:r>
            <a:endParaRPr b="0" i="0" sz="1200" u="none" cap="none" strike="noStrike">
              <a:solidFill>
                <a:schemeClr val="dk1"/>
              </a:solidFill>
              <a:latin typeface="Manrope"/>
              <a:ea typeface="Manrope"/>
              <a:cs typeface="Manrope"/>
              <a:sym typeface="Manrop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g391816a8c60_0_4"/>
          <p:cNvSpPr/>
          <p:nvPr/>
        </p:nvSpPr>
        <p:spPr>
          <a:xfrm>
            <a:off x="216925" y="111975"/>
            <a:ext cx="8541300" cy="4884300"/>
          </a:xfrm>
          <a:prstGeom prst="roundRect">
            <a:avLst>
              <a:gd fmla="val 5901" name="adj"/>
            </a:avLst>
          </a:prstGeom>
          <a:solidFill>
            <a:srgbClr val="FFF4EF"/>
          </a:solidFill>
          <a:ln>
            <a:noFill/>
          </a:ln>
        </p:spPr>
        <p:txBody>
          <a:bodyPr anchorCtr="0" anchor="ctr" bIns="91425" lIns="91425" spcFirstLastPara="1" rIns="91425" wrap="square" tIns="91425">
            <a:noAutofit/>
          </a:bodyPr>
          <a:lstStyle/>
          <a:p>
            <a:pPr indent="457200" lvl="0" marL="0" marR="0" rtl="0" algn="l">
              <a:lnSpc>
                <a:spcPct val="100000"/>
              </a:lnSpc>
              <a:spcBef>
                <a:spcPts val="0"/>
              </a:spcBef>
              <a:spcAft>
                <a:spcPts val="0"/>
              </a:spcAft>
              <a:buClr>
                <a:srgbClr val="000000"/>
              </a:buClr>
              <a:buSzPts val="2300"/>
              <a:buFont typeface="Arial"/>
              <a:buNone/>
            </a:pPr>
            <a:r>
              <a:rPr lang="en-GB" sz="2300">
                <a:solidFill>
                  <a:srgbClr val="FE4C28"/>
                </a:solidFill>
                <a:latin typeface="Manrope"/>
                <a:ea typeface="Manrope"/>
                <a:cs typeface="Manrope"/>
                <a:sym typeface="Manrope"/>
              </a:rPr>
              <a:t>🎯</a:t>
            </a:r>
            <a:r>
              <a:rPr b="0" i="0" lang="en-GB" sz="2300" u="none" cap="none" strike="noStrike">
                <a:solidFill>
                  <a:srgbClr val="FE4C28"/>
                </a:solidFill>
                <a:latin typeface="Manrope"/>
                <a:ea typeface="Manrope"/>
                <a:cs typeface="Manrope"/>
                <a:sym typeface="Manrope"/>
              </a:rPr>
              <a:t> Task</a:t>
            </a:r>
            <a:r>
              <a:rPr lang="en-GB" sz="2300">
                <a:solidFill>
                  <a:srgbClr val="FE4C28"/>
                </a:solidFill>
                <a:latin typeface="Manrope"/>
                <a:ea typeface="Manrope"/>
                <a:cs typeface="Manrope"/>
                <a:sym typeface="Manrope"/>
              </a:rPr>
              <a:t> №2</a:t>
            </a:r>
            <a:endParaRPr sz="1200">
              <a:solidFill>
                <a:schemeClr val="dk1"/>
              </a:solidFill>
              <a:latin typeface="Manrope"/>
              <a:ea typeface="Manrope"/>
              <a:cs typeface="Manrope"/>
              <a:sym typeface="Manrope"/>
            </a:endParaRPr>
          </a:p>
          <a:p>
            <a:pPr indent="0" lvl="0" marL="457200" marR="0" rtl="0" algn="l">
              <a:lnSpc>
                <a:spcPct val="115000"/>
              </a:lnSpc>
              <a:spcBef>
                <a:spcPts val="600"/>
              </a:spcBef>
              <a:spcAft>
                <a:spcPts val="0"/>
              </a:spcAft>
              <a:buClr>
                <a:srgbClr val="000000"/>
              </a:buClr>
              <a:buSzPts val="1100"/>
              <a:buFont typeface="Arial"/>
              <a:buNone/>
            </a:pPr>
            <a:r>
              <a:t/>
            </a:r>
            <a:endParaRPr sz="1200">
              <a:solidFill>
                <a:schemeClr val="dk1"/>
              </a:solidFill>
              <a:latin typeface="Manrope"/>
              <a:ea typeface="Manrope"/>
              <a:cs typeface="Manrope"/>
              <a:sym typeface="Manrope"/>
            </a:endParaRPr>
          </a:p>
          <a:p>
            <a:pPr indent="0" lvl="0" marL="457200" marR="0" rtl="0" algn="l">
              <a:lnSpc>
                <a:spcPct val="115000"/>
              </a:lnSpc>
              <a:spcBef>
                <a:spcPts val="600"/>
              </a:spcBef>
              <a:spcAft>
                <a:spcPts val="0"/>
              </a:spcAft>
              <a:buClr>
                <a:srgbClr val="000000"/>
              </a:buClr>
              <a:buSzPts val="1100"/>
              <a:buFont typeface="Arial"/>
              <a:buNone/>
            </a:pPr>
            <a:r>
              <a:rPr lang="en-GB" sz="1200">
                <a:solidFill>
                  <a:schemeClr val="dk1"/>
                </a:solidFill>
                <a:latin typeface="Manrope"/>
                <a:ea typeface="Manrope"/>
                <a:cs typeface="Manrope"/>
                <a:sym typeface="Manrope"/>
              </a:rPr>
              <a:t>	</a:t>
            </a:r>
            <a:r>
              <a:rPr lang="en-GB" sz="1100">
                <a:solidFill>
                  <a:schemeClr val="dk1"/>
                </a:solidFill>
              </a:rPr>
              <a:t>Analyze the provided A/B test data and determine whether the test variant improves user experience and business metrics.</a:t>
            </a:r>
            <a:endParaRPr sz="1100">
              <a:solidFill>
                <a:schemeClr val="dk1"/>
              </a:solidFill>
            </a:endParaRPr>
          </a:p>
          <a:p>
            <a:pPr indent="0" lvl="0" marL="137160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457200" marR="0" rtl="0" algn="l">
              <a:lnSpc>
                <a:spcPct val="115000"/>
              </a:lnSpc>
              <a:spcBef>
                <a:spcPts val="600"/>
              </a:spcBef>
              <a:spcAft>
                <a:spcPts val="0"/>
              </a:spcAft>
              <a:buClr>
                <a:srgbClr val="000000"/>
              </a:buClr>
              <a:buSzPts val="1100"/>
              <a:buFont typeface="Arial"/>
              <a:buNone/>
            </a:pPr>
            <a:r>
              <a:t/>
            </a:r>
            <a:endParaRPr b="1" sz="11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g391816a8c60_0_50"/>
          <p:cNvSpPr/>
          <p:nvPr/>
        </p:nvSpPr>
        <p:spPr>
          <a:xfrm>
            <a:off x="216925" y="111975"/>
            <a:ext cx="8541300" cy="4884300"/>
          </a:xfrm>
          <a:prstGeom prst="roundRect">
            <a:avLst>
              <a:gd fmla="val 5901" name="adj"/>
            </a:avLst>
          </a:prstGeom>
          <a:solidFill>
            <a:srgbClr val="FFF4EF"/>
          </a:solidFill>
          <a:ln>
            <a:noFill/>
          </a:ln>
        </p:spPr>
        <p:txBody>
          <a:bodyPr anchorCtr="0" anchor="ctr" bIns="91425" lIns="91425" spcFirstLastPara="1" rIns="91425" wrap="square" tIns="91425">
            <a:noAutofit/>
          </a:bodyPr>
          <a:lstStyle/>
          <a:p>
            <a:pPr indent="457200" lvl="0" marL="0" marR="0" rtl="0" algn="l">
              <a:lnSpc>
                <a:spcPct val="100000"/>
              </a:lnSpc>
              <a:spcBef>
                <a:spcPts val="0"/>
              </a:spcBef>
              <a:spcAft>
                <a:spcPts val="0"/>
              </a:spcAft>
              <a:buClr>
                <a:srgbClr val="000000"/>
              </a:buClr>
              <a:buSzPts val="2300"/>
              <a:buFont typeface="Arial"/>
              <a:buNone/>
            </a:pPr>
            <a:r>
              <a:rPr b="0" i="0" lang="en-GB" sz="2300" u="none" cap="none" strike="noStrike">
                <a:solidFill>
                  <a:srgbClr val="FE4C28"/>
                </a:solidFill>
                <a:latin typeface="Manrope"/>
                <a:ea typeface="Manrope"/>
                <a:cs typeface="Manrope"/>
                <a:sym typeface="Manrope"/>
              </a:rPr>
              <a:t> </a:t>
            </a:r>
            <a:r>
              <a:rPr lang="en-GB" sz="2300">
                <a:solidFill>
                  <a:srgbClr val="FE4C28"/>
                </a:solidFill>
                <a:latin typeface="Manrope"/>
                <a:ea typeface="Manrope"/>
                <a:cs typeface="Manrope"/>
                <a:sym typeface="Manrope"/>
              </a:rPr>
              <a:t>Data Description</a:t>
            </a:r>
            <a:endParaRPr sz="1200">
              <a:solidFill>
                <a:schemeClr val="dk1"/>
              </a:solidFill>
              <a:latin typeface="Manrope"/>
              <a:ea typeface="Manrope"/>
              <a:cs typeface="Manrope"/>
              <a:sym typeface="Manrope"/>
            </a:endParaRPr>
          </a:p>
          <a:p>
            <a:pPr indent="0" lvl="0" marL="457200" marR="0" rtl="0" algn="l">
              <a:lnSpc>
                <a:spcPct val="115000"/>
              </a:lnSpc>
              <a:spcBef>
                <a:spcPts val="600"/>
              </a:spcBef>
              <a:spcAft>
                <a:spcPts val="0"/>
              </a:spcAft>
              <a:buClr>
                <a:srgbClr val="000000"/>
              </a:buClr>
              <a:buSzPts val="1100"/>
              <a:buFont typeface="Arial"/>
              <a:buNone/>
            </a:pPr>
            <a:r>
              <a:t/>
            </a:r>
            <a:endParaRPr sz="1200">
              <a:solidFill>
                <a:schemeClr val="dk1"/>
              </a:solidFill>
              <a:latin typeface="Manrope"/>
              <a:ea typeface="Manrope"/>
              <a:cs typeface="Manrope"/>
              <a:sym typeface="Manrope"/>
            </a:endParaRPr>
          </a:p>
          <a:p>
            <a:pPr indent="0" lvl="0" marL="457200" marR="0" rtl="0" algn="l">
              <a:lnSpc>
                <a:spcPct val="115000"/>
              </a:lnSpc>
              <a:spcBef>
                <a:spcPts val="600"/>
              </a:spcBef>
              <a:spcAft>
                <a:spcPts val="0"/>
              </a:spcAft>
              <a:buClr>
                <a:srgbClr val="000000"/>
              </a:buClr>
              <a:buSzPts val="1100"/>
              <a:buFont typeface="Arial"/>
              <a:buNone/>
            </a:pPr>
            <a:r>
              <a:rPr lang="en-GB" sz="1200">
                <a:solidFill>
                  <a:schemeClr val="dk1"/>
                </a:solidFill>
                <a:latin typeface="Manrope"/>
                <a:ea typeface="Manrope"/>
                <a:cs typeface="Manrope"/>
                <a:sym typeface="Manrope"/>
              </a:rPr>
              <a:t>	</a:t>
            </a:r>
            <a:r>
              <a:rPr b="1" lang="en-GB" sz="1100">
                <a:solidFill>
                  <a:schemeClr val="dk1"/>
                </a:solidFill>
              </a:rPr>
              <a:t>Available columns: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sz="1100">
                <a:solidFill>
                  <a:srgbClr val="188038"/>
                </a:solidFill>
                <a:latin typeface="Roboto Mono"/>
                <a:ea typeface="Roboto Mono"/>
                <a:cs typeface="Roboto Mono"/>
                <a:sym typeface="Roboto Mono"/>
              </a:rPr>
              <a:t>user_id</a:t>
            </a:r>
            <a:r>
              <a:rPr lang="en-GB" sz="1100">
                <a:solidFill>
                  <a:schemeClr val="dk1"/>
                </a:solidFill>
              </a:rPr>
              <a:t> - Unique user identifier</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rgbClr val="188038"/>
                </a:solidFill>
                <a:latin typeface="Roboto Mono"/>
                <a:ea typeface="Roboto Mono"/>
                <a:cs typeface="Roboto Mono"/>
                <a:sym typeface="Roboto Mono"/>
              </a:rPr>
              <a:t>country</a:t>
            </a:r>
            <a:r>
              <a:rPr lang="en-GB" sz="1100">
                <a:solidFill>
                  <a:schemeClr val="dk1"/>
                </a:solidFill>
              </a:rPr>
              <a:t> - User's country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rgbClr val="188038"/>
                </a:solidFill>
                <a:latin typeface="Roboto Mono"/>
                <a:ea typeface="Roboto Mono"/>
                <a:cs typeface="Roboto Mono"/>
                <a:sym typeface="Roboto Mono"/>
              </a:rPr>
              <a:t>language</a:t>
            </a:r>
            <a:r>
              <a:rPr lang="en-GB" sz="1100">
                <a:solidFill>
                  <a:schemeClr val="dk1"/>
                </a:solidFill>
              </a:rPr>
              <a:t> - User's language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rgbClr val="188038"/>
                </a:solidFill>
                <a:latin typeface="Roboto Mono"/>
                <a:ea typeface="Roboto Mono"/>
                <a:cs typeface="Roboto Mono"/>
                <a:sym typeface="Roboto Mono"/>
              </a:rPr>
              <a:t>device_type</a:t>
            </a:r>
            <a:r>
              <a:rPr lang="en-GB" sz="1100">
                <a:solidFill>
                  <a:schemeClr val="dk1"/>
                </a:solidFill>
              </a:rPr>
              <a:t> - Device model</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rgbClr val="188038"/>
                </a:solidFill>
                <a:latin typeface="Roboto Mono"/>
                <a:ea typeface="Roboto Mono"/>
                <a:cs typeface="Roboto Mono"/>
                <a:sym typeface="Roboto Mono"/>
              </a:rPr>
              <a:t>event_type</a:t>
            </a:r>
            <a:r>
              <a:rPr lang="en-GB" sz="1100">
                <a:solidFill>
                  <a:schemeClr val="dk1"/>
                </a:solidFill>
              </a:rPr>
              <a:t> - Type of event (see below)</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rgbClr val="188038"/>
                </a:solidFill>
                <a:latin typeface="Roboto Mono"/>
                <a:ea typeface="Roboto Mono"/>
                <a:cs typeface="Roboto Mono"/>
                <a:sym typeface="Roboto Mono"/>
              </a:rPr>
              <a:t>split_group</a:t>
            </a:r>
            <a:r>
              <a:rPr lang="en-GB" sz="1100">
                <a:solidFill>
                  <a:schemeClr val="dk1"/>
                </a:solidFill>
              </a:rPr>
              <a:t> - Test group assignment (</a:t>
            </a:r>
            <a:r>
              <a:rPr lang="en-GB" sz="1100">
                <a:solidFill>
                  <a:srgbClr val="188038"/>
                </a:solidFill>
                <a:latin typeface="Roboto Mono"/>
                <a:ea typeface="Roboto Mono"/>
                <a:cs typeface="Roboto Mono"/>
                <a:sym typeface="Roboto Mono"/>
              </a:rPr>
              <a:t>control</a:t>
            </a:r>
            <a:r>
              <a:rPr lang="en-GB" sz="1100">
                <a:solidFill>
                  <a:schemeClr val="dk1"/>
                </a:solidFill>
              </a:rPr>
              <a:t> or </a:t>
            </a:r>
            <a:r>
              <a:rPr lang="en-GB" sz="1100">
                <a:solidFill>
                  <a:srgbClr val="188038"/>
                </a:solidFill>
                <a:latin typeface="Roboto Mono"/>
                <a:ea typeface="Roboto Mono"/>
                <a:cs typeface="Roboto Mono"/>
                <a:sym typeface="Roboto Mono"/>
              </a:rPr>
              <a:t>test</a:t>
            </a:r>
            <a:r>
              <a:rPr lang="en-GB"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rgbClr val="188038"/>
                </a:solidFill>
                <a:latin typeface="Roboto Mono"/>
                <a:ea typeface="Roboto Mono"/>
                <a:cs typeface="Roboto Mono"/>
                <a:sym typeface="Roboto Mono"/>
              </a:rPr>
              <a:t>event_properties__answer</a:t>
            </a:r>
            <a:r>
              <a:rPr lang="en-GB" sz="1100">
                <a:solidFill>
                  <a:schemeClr val="dk1"/>
                </a:solidFill>
              </a:rPr>
              <a:t> - User reaction (</a:t>
            </a:r>
            <a:r>
              <a:rPr lang="en-GB" sz="1100">
                <a:solidFill>
                  <a:srgbClr val="188038"/>
                </a:solidFill>
                <a:latin typeface="Roboto Mono"/>
                <a:ea typeface="Roboto Mono"/>
                <a:cs typeface="Roboto Mono"/>
                <a:sym typeface="Roboto Mono"/>
              </a:rPr>
              <a:t>like</a:t>
            </a:r>
            <a:r>
              <a:rPr lang="en-GB" sz="1100">
                <a:solidFill>
                  <a:schemeClr val="dk1"/>
                </a:solidFill>
              </a:rPr>
              <a:t> or </a:t>
            </a:r>
            <a:r>
              <a:rPr lang="en-GB" sz="1100">
                <a:solidFill>
                  <a:srgbClr val="188038"/>
                </a:solidFill>
                <a:latin typeface="Roboto Mono"/>
                <a:ea typeface="Roboto Mono"/>
                <a:cs typeface="Roboto Mono"/>
                <a:sym typeface="Roboto Mono"/>
              </a:rPr>
              <a:t>dislike</a:t>
            </a:r>
            <a:r>
              <a:rPr lang="en-GB" sz="1100">
                <a:solidFill>
                  <a:schemeClr val="dk1"/>
                </a:solidFill>
              </a:rPr>
              <a:t>) for identification events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rgbClr val="188038"/>
                </a:solidFill>
                <a:latin typeface="Roboto Mono"/>
                <a:ea typeface="Roboto Mono"/>
                <a:cs typeface="Roboto Mono"/>
                <a:sym typeface="Roboto Mono"/>
              </a:rPr>
              <a:t>event_time</a:t>
            </a:r>
            <a:r>
              <a:rPr lang="en-GB" sz="1100">
                <a:solidFill>
                  <a:schemeClr val="dk1"/>
                </a:solidFill>
              </a:rPr>
              <a:t> - Timestamp of the event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rgbClr val="188038"/>
                </a:solidFill>
                <a:latin typeface="Roboto Mono"/>
                <a:ea typeface="Roboto Mono"/>
                <a:cs typeface="Roboto Mono"/>
                <a:sym typeface="Roboto Mono"/>
              </a:rPr>
              <a:t>session_id</a:t>
            </a:r>
            <a:r>
              <a:rPr lang="en-GB" sz="1100">
                <a:solidFill>
                  <a:schemeClr val="dk1"/>
                </a:solidFill>
              </a:rPr>
              <a:t> - Session identifier</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Event Types: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sz="1100">
                <a:solidFill>
                  <a:srgbClr val="188038"/>
                </a:solidFill>
                <a:latin typeface="Roboto Mono"/>
                <a:ea typeface="Roboto Mono"/>
                <a:cs typeface="Roboto Mono"/>
                <a:sym typeface="Roboto Mono"/>
              </a:rPr>
              <a:t>launch_first_time</a:t>
            </a:r>
            <a:r>
              <a:rPr lang="en-GB" sz="1100">
                <a:solidFill>
                  <a:schemeClr val="dk1"/>
                </a:solidFill>
              </a:rPr>
              <a:t> - First app launch</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rgbClr val="188038"/>
                </a:solidFill>
                <a:latin typeface="Roboto Mono"/>
                <a:ea typeface="Roboto Mono"/>
                <a:cs typeface="Roboto Mono"/>
                <a:sym typeface="Roboto Mono"/>
              </a:rPr>
              <a:t>Start trial</a:t>
            </a:r>
            <a:r>
              <a:rPr lang="en-GB" sz="1100">
                <a:solidFill>
                  <a:schemeClr val="dk1"/>
                </a:solidFill>
              </a:rPr>
              <a:t> - Trial subscription started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rgbClr val="188038"/>
                </a:solidFill>
                <a:latin typeface="Roboto Mono"/>
                <a:ea typeface="Roboto Mono"/>
                <a:cs typeface="Roboto Mono"/>
                <a:sym typeface="Roboto Mono"/>
              </a:rPr>
              <a:t>Purchase</a:t>
            </a:r>
            <a:r>
              <a:rPr lang="en-GB" sz="1100">
                <a:solidFill>
                  <a:schemeClr val="dk1"/>
                </a:solidFill>
              </a:rPr>
              <a:t> - Purchase completed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rgbClr val="188038"/>
                </a:solidFill>
                <a:latin typeface="Roboto Mono"/>
                <a:ea typeface="Roboto Mono"/>
                <a:cs typeface="Roboto Mono"/>
                <a:sym typeface="Roboto Mono"/>
              </a:rPr>
              <a:t>identification_results_reaction_sent</a:t>
            </a:r>
            <a:r>
              <a:rPr lang="en-GB" sz="1100">
                <a:solidFill>
                  <a:schemeClr val="dk1"/>
                </a:solidFill>
              </a:rPr>
              <a:t> - User reaction to identification results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rgbClr val="188038"/>
                </a:solidFill>
                <a:latin typeface="Roboto Mono"/>
                <a:ea typeface="Roboto Mono"/>
                <a:cs typeface="Roboto Mono"/>
                <a:sym typeface="Roboto Mono"/>
              </a:rPr>
              <a:t>user_reaction_sent</a:t>
            </a:r>
            <a:r>
              <a:rPr lang="en-GB" sz="1100">
                <a:solidFill>
                  <a:schemeClr val="dk1"/>
                </a:solidFill>
              </a:rPr>
              <a:t> - event for user reaction (</a:t>
            </a:r>
            <a:r>
              <a:rPr lang="en-GB" sz="1100">
                <a:solidFill>
                  <a:srgbClr val="188038"/>
                </a:solidFill>
                <a:latin typeface="Roboto Mono"/>
                <a:ea typeface="Roboto Mono"/>
                <a:cs typeface="Roboto Mono"/>
                <a:sym typeface="Roboto Mono"/>
              </a:rPr>
              <a:t>like</a:t>
            </a:r>
            <a:r>
              <a:rPr lang="en-GB" sz="1100">
                <a:solidFill>
                  <a:schemeClr val="dk1"/>
                </a:solidFill>
              </a:rPr>
              <a:t> or </a:t>
            </a:r>
            <a:r>
              <a:rPr lang="en-GB" sz="1100">
                <a:solidFill>
                  <a:srgbClr val="188038"/>
                </a:solidFill>
                <a:latin typeface="Roboto Mono"/>
                <a:ea typeface="Roboto Mono"/>
                <a:cs typeface="Roboto Mono"/>
                <a:sym typeface="Roboto Mono"/>
              </a:rPr>
              <a:t>dislike</a:t>
            </a:r>
            <a:r>
              <a:rPr lang="en-GB" sz="1100">
                <a:solidFill>
                  <a:schemeClr val="dk1"/>
                </a:solidFill>
              </a:rPr>
              <a:t>) </a:t>
            </a:r>
            <a:endParaRPr sz="1100">
              <a:solidFill>
                <a:schemeClr val="dk1"/>
              </a:solidFill>
            </a:endParaRPr>
          </a:p>
          <a:p>
            <a:pPr indent="0" lvl="0" marL="457200" marR="0" rtl="0" algn="l">
              <a:lnSpc>
                <a:spcPct val="115000"/>
              </a:lnSpc>
              <a:spcBef>
                <a:spcPts val="1200"/>
              </a:spcBef>
              <a:spcAft>
                <a:spcPts val="0"/>
              </a:spcAft>
              <a:buClr>
                <a:srgbClr val="000000"/>
              </a:buClr>
              <a:buSzPts val="1100"/>
              <a:buFont typeface="Arial"/>
              <a:buNone/>
            </a:pPr>
            <a:r>
              <a:t/>
            </a:r>
            <a:endParaRPr sz="1100">
              <a:solidFill>
                <a:schemeClr val="dk1"/>
              </a:solidFill>
            </a:endParaRPr>
          </a:p>
          <a:p>
            <a:pPr indent="0" lvl="0" marL="137160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457200" marR="0" rtl="0" algn="l">
              <a:lnSpc>
                <a:spcPct val="115000"/>
              </a:lnSpc>
              <a:spcBef>
                <a:spcPts val="600"/>
              </a:spcBef>
              <a:spcAft>
                <a:spcPts val="0"/>
              </a:spcAft>
              <a:buClr>
                <a:srgbClr val="000000"/>
              </a:buClr>
              <a:buSzPts val="1100"/>
              <a:buFont typeface="Arial"/>
              <a:buNone/>
            </a:pPr>
            <a:r>
              <a:t/>
            </a:r>
            <a:endParaRPr b="1"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Nadiia Stirenko</dc:creator>
</cp:coreProperties>
</file>